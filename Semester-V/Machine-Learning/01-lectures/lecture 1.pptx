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9" r:id="rId47"/>
    <p:sldId id="301" r:id="rId48"/>
    <p:sldId id="302" r:id="rId49"/>
    <p:sldId id="303" r:id="rId50"/>
    <p:sldId id="304" r:id="rId51"/>
    <p:sldId id="305" r:id="rId52"/>
    <p:sldId id="306" r:id="rId53"/>
    <p:sldId id="307" r:id="rId54"/>
    <p:sldId id="313" r:id="rId55"/>
    <p:sldId id="315" r:id="rId56"/>
    <p:sldId id="314" r:id="rId57"/>
    <p:sldId id="310" r:id="rId58"/>
    <p:sldId id="325" r:id="rId59"/>
    <p:sldId id="326" r:id="rId60"/>
    <p:sldId id="327" r:id="rId61"/>
    <p:sldId id="328" r:id="rId62"/>
    <p:sldId id="311" r:id="rId63"/>
    <p:sldId id="316" r:id="rId64"/>
    <p:sldId id="312" r:id="rId65"/>
    <p:sldId id="317" r:id="rId66"/>
    <p:sldId id="318" r:id="rId67"/>
    <p:sldId id="319" r:id="rId68"/>
    <p:sldId id="320" r:id="rId69"/>
    <p:sldId id="323" r:id="rId70"/>
    <p:sldId id="324" r:id="rId71"/>
    <p:sldId id="321" r:id="rId72"/>
    <p:sldId id="322" r:id="rId73"/>
    <p:sldId id="330" r:id="rId74"/>
    <p:sldId id="331" r:id="rId75"/>
    <p:sldId id="332" r:id="rId76"/>
    <p:sldId id="329" r:id="rId7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28D30A1-14D4-4FA1-AD05-1A0F60B6EBB7}">
          <p14:sldIdLst>
            <p14:sldId id="256"/>
          </p14:sldIdLst>
        </p14:section>
        <p14:section name="Basics" id="{95714EBC-2359-4D1A-8B41-3F9566667DB8}">
          <p14:sldIdLst>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Lst>
        </p14:section>
        <p14:section name="Artificial neurons" id="{712CC1C0-A997-432F-B945-939B9B0EAE9E}">
          <p14:sldIdLst>
            <p14:sldId id="279"/>
            <p14:sldId id="280"/>
            <p14:sldId id="281"/>
            <p14:sldId id="282"/>
            <p14:sldId id="283"/>
            <p14:sldId id="284"/>
            <p14:sldId id="285"/>
            <p14:sldId id="286"/>
            <p14:sldId id="287"/>
            <p14:sldId id="288"/>
          </p14:sldIdLst>
        </p14:section>
        <p14:section name="Labs" id="{2FE30AE9-3686-44BD-BFB9-199CD801CA9D}">
          <p14:sldIdLst>
            <p14:sldId id="289"/>
            <p14:sldId id="290"/>
          </p14:sldIdLst>
        </p14:section>
        <p14:section name="tree-based methods" id="{E7AA9430-7456-40CE-B907-0EA10EAC39F0}">
          <p14:sldIdLst>
            <p14:sldId id="291"/>
            <p14:sldId id="292"/>
            <p14:sldId id="293"/>
            <p14:sldId id="294"/>
            <p14:sldId id="295"/>
            <p14:sldId id="296"/>
            <p14:sldId id="297"/>
            <p14:sldId id="298"/>
            <p14:sldId id="299"/>
            <p14:sldId id="300"/>
            <p14:sldId id="309"/>
            <p14:sldId id="301"/>
            <p14:sldId id="302"/>
            <p14:sldId id="303"/>
            <p14:sldId id="304"/>
            <p14:sldId id="305"/>
            <p14:sldId id="306"/>
            <p14:sldId id="307"/>
          </p14:sldIdLst>
        </p14:section>
        <p14:section name="Naive Bayes' Theorem" id="{0957C5AF-A439-45BD-A3B9-FDA09C610F49}">
          <p14:sldIdLst>
            <p14:sldId id="313"/>
            <p14:sldId id="315"/>
            <p14:sldId id="314"/>
            <p14:sldId id="310"/>
            <p14:sldId id="325"/>
            <p14:sldId id="326"/>
            <p14:sldId id="327"/>
            <p14:sldId id="328"/>
            <p14:sldId id="311"/>
            <p14:sldId id="316"/>
            <p14:sldId id="312"/>
            <p14:sldId id="317"/>
            <p14:sldId id="318"/>
            <p14:sldId id="319"/>
            <p14:sldId id="320"/>
            <p14:sldId id="323"/>
            <p14:sldId id="324"/>
            <p14:sldId id="321"/>
            <p14:sldId id="322"/>
            <p14:sldId id="330"/>
            <p14:sldId id="331"/>
            <p14:sldId id="332"/>
            <p14:sldId id="32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4D970A-1C82-40AE-82B7-E08D2ABC3AF3}" v="54" dt="2026-09-20T10:22:04.2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1" d="100"/>
          <a:sy n="71" d="100"/>
        </p:scale>
        <p:origin x="67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microsoft.com/office/2015/10/relationships/revisionInfo" Target="revisionInfo.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033-18-0009" userId="125440cf-afe6-44c1-9378-a4c3e80d8228" providerId="ADAL" clId="{1C06D664-FBAA-47F9-A2F9-A5C015E7549B}"/>
    <pc:docChg chg="undo custSel addSld delSld modSld sldOrd modMainMaster addSection modSection">
      <pc:chgData name="033-18-0009" userId="125440cf-afe6-44c1-9378-a4c3e80d8228" providerId="ADAL" clId="{1C06D664-FBAA-47F9-A2F9-A5C015E7549B}" dt="2026-09-20T10:22:31.842" v="1761" actId="15"/>
      <pc:docMkLst>
        <pc:docMk/>
      </pc:docMkLst>
      <pc:sldChg chg="modSp new mod">
        <pc:chgData name="033-18-0009" userId="125440cf-afe6-44c1-9378-a4c3e80d8228" providerId="ADAL" clId="{1C06D664-FBAA-47F9-A2F9-A5C015E7549B}" dt="2026-08-23T10:11:14.402" v="999" actId="15"/>
        <pc:sldMkLst>
          <pc:docMk/>
          <pc:sldMk cId="1392469989" sldId="291"/>
        </pc:sldMkLst>
        <pc:spChg chg="mod">
          <ac:chgData name="033-18-0009" userId="125440cf-afe6-44c1-9378-a4c3e80d8228" providerId="ADAL" clId="{1C06D664-FBAA-47F9-A2F9-A5C015E7549B}" dt="2026-08-23T10:11:14.402" v="999" actId="15"/>
          <ac:spMkLst>
            <pc:docMk/>
            <pc:sldMk cId="1392469989" sldId="291"/>
            <ac:spMk id="2" creationId="{BA64B1D9-B37D-E839-CFA6-A1A955247DC8}"/>
          </ac:spMkLst>
        </pc:spChg>
      </pc:sldChg>
      <pc:sldChg chg="addSp delSp modSp new mod">
        <pc:chgData name="033-18-0009" userId="125440cf-afe6-44c1-9378-a4c3e80d8228" providerId="ADAL" clId="{1C06D664-FBAA-47F9-A2F9-A5C015E7549B}" dt="2026-08-23T10:23:41.054" v="1010" actId="1076"/>
        <pc:sldMkLst>
          <pc:docMk/>
          <pc:sldMk cId="3107809109" sldId="292"/>
        </pc:sldMkLst>
        <pc:picChg chg="add mod ord">
          <ac:chgData name="033-18-0009" userId="125440cf-afe6-44c1-9378-a4c3e80d8228" providerId="ADAL" clId="{1C06D664-FBAA-47F9-A2F9-A5C015E7549B}" dt="2026-08-23T10:23:34.594" v="1007" actId="14100"/>
          <ac:picMkLst>
            <pc:docMk/>
            <pc:sldMk cId="3107809109" sldId="292"/>
            <ac:picMk id="7" creationId="{D776E69A-577F-4235-B3B6-AD8AF27709BC}"/>
          </ac:picMkLst>
        </pc:picChg>
        <pc:picChg chg="add mod">
          <ac:chgData name="033-18-0009" userId="125440cf-afe6-44c1-9378-a4c3e80d8228" providerId="ADAL" clId="{1C06D664-FBAA-47F9-A2F9-A5C015E7549B}" dt="2026-08-23T10:23:41.054" v="1010" actId="1076"/>
          <ac:picMkLst>
            <pc:docMk/>
            <pc:sldMk cId="3107809109" sldId="292"/>
            <ac:picMk id="9" creationId="{A1D583DE-CAF5-77ED-AC3A-74D85C8D16B1}"/>
          </ac:picMkLst>
        </pc:picChg>
      </pc:sldChg>
      <pc:sldChg chg="addSp modSp new mod">
        <pc:chgData name="033-18-0009" userId="125440cf-afe6-44c1-9378-a4c3e80d8228" providerId="ADAL" clId="{1C06D664-FBAA-47F9-A2F9-A5C015E7549B}" dt="2026-09-13T10:46:36.955" v="1018" actId="14100"/>
        <pc:sldMkLst>
          <pc:docMk/>
          <pc:sldMk cId="1822693688" sldId="293"/>
        </pc:sldMkLst>
        <pc:spChg chg="mod">
          <ac:chgData name="033-18-0009" userId="125440cf-afe6-44c1-9378-a4c3e80d8228" providerId="ADAL" clId="{1C06D664-FBAA-47F9-A2F9-A5C015E7549B}" dt="2026-09-13T10:45:35.081" v="1016" actId="20577"/>
          <ac:spMkLst>
            <pc:docMk/>
            <pc:sldMk cId="1822693688" sldId="293"/>
            <ac:spMk id="2" creationId="{37CBC49D-2E96-FBAD-F20E-E3358F0A922E}"/>
          </ac:spMkLst>
        </pc:spChg>
        <pc:picChg chg="add mod">
          <ac:chgData name="033-18-0009" userId="125440cf-afe6-44c1-9378-a4c3e80d8228" providerId="ADAL" clId="{1C06D664-FBAA-47F9-A2F9-A5C015E7549B}" dt="2026-09-13T10:46:36.955" v="1018" actId="14100"/>
          <ac:picMkLst>
            <pc:docMk/>
            <pc:sldMk cId="1822693688" sldId="293"/>
            <ac:picMk id="7" creationId="{A362B2F9-AD97-E436-DD79-E59736AB6D0E}"/>
          </ac:picMkLst>
        </pc:picChg>
      </pc:sldChg>
      <pc:sldChg chg="addSp modSp new mod">
        <pc:chgData name="033-18-0009" userId="125440cf-afe6-44c1-9378-a4c3e80d8228" providerId="ADAL" clId="{1C06D664-FBAA-47F9-A2F9-A5C015E7549B}" dt="2026-09-13T10:49:22.795" v="1046" actId="1076"/>
        <pc:sldMkLst>
          <pc:docMk/>
          <pc:sldMk cId="2098559776" sldId="294"/>
        </pc:sldMkLst>
        <pc:spChg chg="mod">
          <ac:chgData name="033-18-0009" userId="125440cf-afe6-44c1-9378-a4c3e80d8228" providerId="ADAL" clId="{1C06D664-FBAA-47F9-A2F9-A5C015E7549B}" dt="2026-09-13T10:49:03.963" v="1044"/>
          <ac:spMkLst>
            <pc:docMk/>
            <pc:sldMk cId="2098559776" sldId="294"/>
            <ac:spMk id="2" creationId="{AA410CD0-50BA-10DD-3970-A335988A0587}"/>
          </ac:spMkLst>
        </pc:spChg>
        <pc:picChg chg="add mod">
          <ac:chgData name="033-18-0009" userId="125440cf-afe6-44c1-9378-a4c3e80d8228" providerId="ADAL" clId="{1C06D664-FBAA-47F9-A2F9-A5C015E7549B}" dt="2026-09-13T10:49:22.795" v="1046" actId="1076"/>
          <ac:picMkLst>
            <pc:docMk/>
            <pc:sldMk cId="2098559776" sldId="294"/>
            <ac:picMk id="7" creationId="{012D9EFA-79C1-A059-DFC0-F2314D011342}"/>
          </ac:picMkLst>
        </pc:picChg>
      </pc:sldChg>
      <pc:sldChg chg="addSp delSp modSp new mod">
        <pc:chgData name="033-18-0009" userId="125440cf-afe6-44c1-9378-a4c3e80d8228" providerId="ADAL" clId="{1C06D664-FBAA-47F9-A2F9-A5C015E7549B}" dt="2026-09-13T10:55:43.114" v="1072" actId="21"/>
        <pc:sldMkLst>
          <pc:docMk/>
          <pc:sldMk cId="13830979" sldId="295"/>
        </pc:sldMkLst>
        <pc:spChg chg="mod">
          <ac:chgData name="033-18-0009" userId="125440cf-afe6-44c1-9378-a4c3e80d8228" providerId="ADAL" clId="{1C06D664-FBAA-47F9-A2F9-A5C015E7549B}" dt="2026-09-13T10:50:49.974" v="1067" actId="15"/>
          <ac:spMkLst>
            <pc:docMk/>
            <pc:sldMk cId="13830979" sldId="295"/>
            <ac:spMk id="2" creationId="{3FF29CEA-5305-DC2A-D553-1C5499B04617}"/>
          </ac:spMkLst>
        </pc:spChg>
      </pc:sldChg>
      <pc:sldChg chg="addSp delSp modSp new mod">
        <pc:chgData name="033-18-0009" userId="125440cf-afe6-44c1-9378-a4c3e80d8228" providerId="ADAL" clId="{1C06D664-FBAA-47F9-A2F9-A5C015E7549B}" dt="2026-09-13T10:55:54.115" v="1076" actId="14100"/>
        <pc:sldMkLst>
          <pc:docMk/>
          <pc:sldMk cId="744335635" sldId="296"/>
        </pc:sldMkLst>
        <pc:picChg chg="add mod">
          <ac:chgData name="033-18-0009" userId="125440cf-afe6-44c1-9378-a4c3e80d8228" providerId="ADAL" clId="{1C06D664-FBAA-47F9-A2F9-A5C015E7549B}" dt="2026-09-13T10:55:54.115" v="1076" actId="14100"/>
          <ac:picMkLst>
            <pc:docMk/>
            <pc:sldMk cId="744335635" sldId="296"/>
            <ac:picMk id="7" creationId="{0E6A56CE-3D9E-68D9-3027-FD9B66A81546}"/>
          </ac:picMkLst>
        </pc:picChg>
      </pc:sldChg>
      <pc:sldChg chg="modSp new mod">
        <pc:chgData name="033-18-0009" userId="125440cf-afe6-44c1-9378-a4c3e80d8228" providerId="ADAL" clId="{1C06D664-FBAA-47F9-A2F9-A5C015E7549B}" dt="2026-09-13T11:01:22.309" v="1120" actId="15"/>
        <pc:sldMkLst>
          <pc:docMk/>
          <pc:sldMk cId="4092977523" sldId="297"/>
        </pc:sldMkLst>
        <pc:spChg chg="mod">
          <ac:chgData name="033-18-0009" userId="125440cf-afe6-44c1-9378-a4c3e80d8228" providerId="ADAL" clId="{1C06D664-FBAA-47F9-A2F9-A5C015E7549B}" dt="2026-09-13T11:01:22.309" v="1120" actId="15"/>
          <ac:spMkLst>
            <pc:docMk/>
            <pc:sldMk cId="4092977523" sldId="297"/>
            <ac:spMk id="2" creationId="{02617B1E-468D-0584-9F7F-CBFBB704E005}"/>
          </ac:spMkLst>
        </pc:spChg>
      </pc:sldChg>
      <pc:sldChg chg="addSp modSp new mod">
        <pc:chgData name="033-18-0009" userId="125440cf-afe6-44c1-9378-a4c3e80d8228" providerId="ADAL" clId="{1C06D664-FBAA-47F9-A2F9-A5C015E7549B}" dt="2026-09-13T13:24:59.468" v="1149"/>
        <pc:sldMkLst>
          <pc:docMk/>
          <pc:sldMk cId="293253616" sldId="298"/>
        </pc:sldMkLst>
        <pc:spChg chg="mod">
          <ac:chgData name="033-18-0009" userId="125440cf-afe6-44c1-9378-a4c3e80d8228" providerId="ADAL" clId="{1C06D664-FBAA-47F9-A2F9-A5C015E7549B}" dt="2026-09-13T13:24:59.468" v="1149"/>
          <ac:spMkLst>
            <pc:docMk/>
            <pc:sldMk cId="293253616" sldId="298"/>
            <ac:spMk id="2" creationId="{3DAE1648-2E32-163C-011D-0E9183E9B15A}"/>
          </ac:spMkLst>
        </pc:spChg>
        <pc:picChg chg="add mod">
          <ac:chgData name="033-18-0009" userId="125440cf-afe6-44c1-9378-a4c3e80d8228" providerId="ADAL" clId="{1C06D664-FBAA-47F9-A2F9-A5C015E7549B}" dt="2026-09-13T13:23:22.563" v="1135" actId="1076"/>
          <ac:picMkLst>
            <pc:docMk/>
            <pc:sldMk cId="293253616" sldId="298"/>
            <ac:picMk id="7" creationId="{6CEF0B83-203B-CB77-2A6D-783C6C1AA362}"/>
          </ac:picMkLst>
        </pc:picChg>
      </pc:sldChg>
      <pc:sldChg chg="modSp new mod">
        <pc:chgData name="033-18-0009" userId="125440cf-afe6-44c1-9378-a4c3e80d8228" providerId="ADAL" clId="{1C06D664-FBAA-47F9-A2F9-A5C015E7549B}" dt="2026-09-13T13:30:35.623" v="1190" actId="20577"/>
        <pc:sldMkLst>
          <pc:docMk/>
          <pc:sldMk cId="2389648543" sldId="299"/>
        </pc:sldMkLst>
        <pc:spChg chg="mod">
          <ac:chgData name="033-18-0009" userId="125440cf-afe6-44c1-9378-a4c3e80d8228" providerId="ADAL" clId="{1C06D664-FBAA-47F9-A2F9-A5C015E7549B}" dt="2026-09-13T13:30:35.623" v="1190" actId="20577"/>
          <ac:spMkLst>
            <pc:docMk/>
            <pc:sldMk cId="2389648543" sldId="299"/>
            <ac:spMk id="2" creationId="{96547FD4-FB67-B517-C09D-D517FE1521E0}"/>
          </ac:spMkLst>
        </pc:spChg>
      </pc:sldChg>
      <pc:sldChg chg="addSp modSp new mod">
        <pc:chgData name="033-18-0009" userId="125440cf-afe6-44c1-9378-a4c3e80d8228" providerId="ADAL" clId="{1C06D664-FBAA-47F9-A2F9-A5C015E7549B}" dt="2026-09-13T14:11:48.276" v="1384"/>
        <pc:sldMkLst>
          <pc:docMk/>
          <pc:sldMk cId="557615907" sldId="300"/>
        </pc:sldMkLst>
        <pc:spChg chg="mod">
          <ac:chgData name="033-18-0009" userId="125440cf-afe6-44c1-9378-a4c3e80d8228" providerId="ADAL" clId="{1C06D664-FBAA-47F9-A2F9-A5C015E7549B}" dt="2026-09-13T14:11:48.276" v="1384"/>
          <ac:spMkLst>
            <pc:docMk/>
            <pc:sldMk cId="557615907" sldId="300"/>
            <ac:spMk id="2" creationId="{C52C9346-9A2E-557C-2033-1E2EB3B979F9}"/>
          </ac:spMkLst>
        </pc:spChg>
        <pc:picChg chg="add mod">
          <ac:chgData name="033-18-0009" userId="125440cf-afe6-44c1-9378-a4c3e80d8228" providerId="ADAL" clId="{1C06D664-FBAA-47F9-A2F9-A5C015E7549B}" dt="2026-09-13T13:41:58.174" v="1241" actId="1076"/>
          <ac:picMkLst>
            <pc:docMk/>
            <pc:sldMk cId="557615907" sldId="300"/>
            <ac:picMk id="7" creationId="{C4735351-4427-D95F-6BD2-28D8AA877F8F}"/>
          </ac:picMkLst>
        </pc:picChg>
      </pc:sldChg>
      <pc:sldChg chg="modSp new mod">
        <pc:chgData name="033-18-0009" userId="125440cf-afe6-44c1-9378-a4c3e80d8228" providerId="ADAL" clId="{1C06D664-FBAA-47F9-A2F9-A5C015E7549B}" dt="2026-09-13T14:10:09.025" v="1382" actId="5793"/>
        <pc:sldMkLst>
          <pc:docMk/>
          <pc:sldMk cId="3126614330" sldId="301"/>
        </pc:sldMkLst>
        <pc:spChg chg="mod">
          <ac:chgData name="033-18-0009" userId="125440cf-afe6-44c1-9378-a4c3e80d8228" providerId="ADAL" clId="{1C06D664-FBAA-47F9-A2F9-A5C015E7549B}" dt="2026-09-13T14:10:09.025" v="1382" actId="5793"/>
          <ac:spMkLst>
            <pc:docMk/>
            <pc:sldMk cId="3126614330" sldId="301"/>
            <ac:spMk id="2" creationId="{EEF05BB9-84A3-6F65-61FB-025692F4D2FB}"/>
          </ac:spMkLst>
        </pc:spChg>
      </pc:sldChg>
      <pc:sldChg chg="modSp new mod">
        <pc:chgData name="033-18-0009" userId="125440cf-afe6-44c1-9378-a4c3e80d8228" providerId="ADAL" clId="{1C06D664-FBAA-47F9-A2F9-A5C015E7549B}" dt="2026-09-13T13:54:02.281" v="1334"/>
        <pc:sldMkLst>
          <pc:docMk/>
          <pc:sldMk cId="3981232028" sldId="302"/>
        </pc:sldMkLst>
        <pc:spChg chg="mod">
          <ac:chgData name="033-18-0009" userId="125440cf-afe6-44c1-9378-a4c3e80d8228" providerId="ADAL" clId="{1C06D664-FBAA-47F9-A2F9-A5C015E7549B}" dt="2026-09-13T13:54:02.281" v="1334"/>
          <ac:spMkLst>
            <pc:docMk/>
            <pc:sldMk cId="3981232028" sldId="302"/>
            <ac:spMk id="2" creationId="{E4E9B2D3-14B6-D347-DAAB-4D42A9B8BFF8}"/>
          </ac:spMkLst>
        </pc:spChg>
      </pc:sldChg>
      <pc:sldChg chg="modSp new mod ord">
        <pc:chgData name="033-18-0009" userId="125440cf-afe6-44c1-9378-a4c3e80d8228" providerId="ADAL" clId="{1C06D664-FBAA-47F9-A2F9-A5C015E7549B}" dt="2026-09-13T13:56:12.982" v="1354" actId="14"/>
        <pc:sldMkLst>
          <pc:docMk/>
          <pc:sldMk cId="1505955228" sldId="303"/>
        </pc:sldMkLst>
        <pc:spChg chg="mod">
          <ac:chgData name="033-18-0009" userId="125440cf-afe6-44c1-9378-a4c3e80d8228" providerId="ADAL" clId="{1C06D664-FBAA-47F9-A2F9-A5C015E7549B}" dt="2026-09-13T13:56:12.982" v="1354" actId="14"/>
          <ac:spMkLst>
            <pc:docMk/>
            <pc:sldMk cId="1505955228" sldId="303"/>
            <ac:spMk id="2" creationId="{0EFA7E44-3AF1-A005-8A0E-ECE971EB5459}"/>
          </ac:spMkLst>
        </pc:spChg>
      </pc:sldChg>
      <pc:sldChg chg="addSp delSp modSp new mod">
        <pc:chgData name="033-18-0009" userId="125440cf-afe6-44c1-9378-a4c3e80d8228" providerId="ADAL" clId="{1C06D664-FBAA-47F9-A2F9-A5C015E7549B}" dt="2026-09-13T14:01:50.984" v="1356" actId="14100"/>
        <pc:sldMkLst>
          <pc:docMk/>
          <pc:sldMk cId="2896310744" sldId="304"/>
        </pc:sldMkLst>
        <pc:picChg chg="add mod ord">
          <ac:chgData name="033-18-0009" userId="125440cf-afe6-44c1-9378-a4c3e80d8228" providerId="ADAL" clId="{1C06D664-FBAA-47F9-A2F9-A5C015E7549B}" dt="2026-09-13T14:01:50.984" v="1356" actId="14100"/>
          <ac:picMkLst>
            <pc:docMk/>
            <pc:sldMk cId="2896310744" sldId="304"/>
            <ac:picMk id="7" creationId="{638D2C04-72F7-A361-439E-7A0BF398C884}"/>
          </ac:picMkLst>
        </pc:picChg>
      </pc:sldChg>
      <pc:sldChg chg="addSp modSp new mod">
        <pc:chgData name="033-18-0009" userId="125440cf-afe6-44c1-9378-a4c3e80d8228" providerId="ADAL" clId="{1C06D664-FBAA-47F9-A2F9-A5C015E7549B}" dt="2026-09-13T14:05:45.114" v="1361" actId="14100"/>
        <pc:sldMkLst>
          <pc:docMk/>
          <pc:sldMk cId="3436078472" sldId="305"/>
        </pc:sldMkLst>
        <pc:spChg chg="mod">
          <ac:chgData name="033-18-0009" userId="125440cf-afe6-44c1-9378-a4c3e80d8228" providerId="ADAL" clId="{1C06D664-FBAA-47F9-A2F9-A5C015E7549B}" dt="2026-09-13T14:05:41.502" v="1359" actId="20577"/>
          <ac:spMkLst>
            <pc:docMk/>
            <pc:sldMk cId="3436078472" sldId="305"/>
            <ac:spMk id="2" creationId="{57A93EF7-FE66-A6C9-3516-0893A1CE6721}"/>
          </ac:spMkLst>
        </pc:spChg>
        <pc:picChg chg="add mod">
          <ac:chgData name="033-18-0009" userId="125440cf-afe6-44c1-9378-a4c3e80d8228" providerId="ADAL" clId="{1C06D664-FBAA-47F9-A2F9-A5C015E7549B}" dt="2026-09-13T14:05:45.114" v="1361" actId="14100"/>
          <ac:picMkLst>
            <pc:docMk/>
            <pc:sldMk cId="3436078472" sldId="305"/>
            <ac:picMk id="7" creationId="{B7DE6350-CED0-5116-0664-4657BCDD7463}"/>
          </ac:picMkLst>
        </pc:picChg>
      </pc:sldChg>
      <pc:sldChg chg="addSp modSp new mod">
        <pc:chgData name="033-18-0009" userId="125440cf-afe6-44c1-9378-a4c3e80d8228" providerId="ADAL" clId="{1C06D664-FBAA-47F9-A2F9-A5C015E7549B}" dt="2026-09-13T14:07:36.077" v="1368" actId="14100"/>
        <pc:sldMkLst>
          <pc:docMk/>
          <pc:sldMk cId="2777574912" sldId="306"/>
        </pc:sldMkLst>
        <pc:spChg chg="mod">
          <ac:chgData name="033-18-0009" userId="125440cf-afe6-44c1-9378-a4c3e80d8228" providerId="ADAL" clId="{1C06D664-FBAA-47F9-A2F9-A5C015E7549B}" dt="2026-09-13T14:07:13.507" v="1366"/>
          <ac:spMkLst>
            <pc:docMk/>
            <pc:sldMk cId="2777574912" sldId="306"/>
            <ac:spMk id="2" creationId="{2863B219-0691-BCCB-06C9-28222E296EAF}"/>
          </ac:spMkLst>
        </pc:spChg>
        <pc:picChg chg="add mod">
          <ac:chgData name="033-18-0009" userId="125440cf-afe6-44c1-9378-a4c3e80d8228" providerId="ADAL" clId="{1C06D664-FBAA-47F9-A2F9-A5C015E7549B}" dt="2026-09-13T14:07:36.077" v="1368" actId="14100"/>
          <ac:picMkLst>
            <pc:docMk/>
            <pc:sldMk cId="2777574912" sldId="306"/>
            <ac:picMk id="7" creationId="{ACB216AA-C097-2792-287C-91821BC0CB0B}"/>
          </ac:picMkLst>
        </pc:picChg>
      </pc:sldChg>
      <pc:sldChg chg="addSp modSp new mod">
        <pc:chgData name="033-18-0009" userId="125440cf-afe6-44c1-9378-a4c3e80d8228" providerId="ADAL" clId="{1C06D664-FBAA-47F9-A2F9-A5C015E7549B}" dt="2026-09-13T14:08:29.193" v="1373" actId="14100"/>
        <pc:sldMkLst>
          <pc:docMk/>
          <pc:sldMk cId="444753135" sldId="307"/>
        </pc:sldMkLst>
        <pc:spChg chg="mod">
          <ac:chgData name="033-18-0009" userId="125440cf-afe6-44c1-9378-a4c3e80d8228" providerId="ADAL" clId="{1C06D664-FBAA-47F9-A2F9-A5C015E7549B}" dt="2026-09-13T14:08:05.929" v="1370"/>
          <ac:spMkLst>
            <pc:docMk/>
            <pc:sldMk cId="444753135" sldId="307"/>
            <ac:spMk id="2" creationId="{A33EB0D4-2135-3581-DF14-5311BDE04457}"/>
          </ac:spMkLst>
        </pc:spChg>
        <pc:picChg chg="add mod">
          <ac:chgData name="033-18-0009" userId="125440cf-afe6-44c1-9378-a4c3e80d8228" providerId="ADAL" clId="{1C06D664-FBAA-47F9-A2F9-A5C015E7549B}" dt="2026-09-13T14:08:29.193" v="1373" actId="14100"/>
          <ac:picMkLst>
            <pc:docMk/>
            <pc:sldMk cId="444753135" sldId="307"/>
            <ac:picMk id="7" creationId="{788A4853-6521-AB3A-0EAE-A97ABF977298}"/>
          </ac:picMkLst>
        </pc:picChg>
      </pc:sldChg>
      <pc:sldChg chg="modSp new mod">
        <pc:chgData name="033-18-0009" userId="125440cf-afe6-44c1-9378-a4c3e80d8228" providerId="ADAL" clId="{1C06D664-FBAA-47F9-A2F9-A5C015E7549B}" dt="2026-09-13T14:13:14.955" v="1390"/>
        <pc:sldMkLst>
          <pc:docMk/>
          <pc:sldMk cId="442068644" sldId="309"/>
        </pc:sldMkLst>
        <pc:spChg chg="mod">
          <ac:chgData name="033-18-0009" userId="125440cf-afe6-44c1-9378-a4c3e80d8228" providerId="ADAL" clId="{1C06D664-FBAA-47F9-A2F9-A5C015E7549B}" dt="2026-09-13T14:13:14.955" v="1390"/>
          <ac:spMkLst>
            <pc:docMk/>
            <pc:sldMk cId="442068644" sldId="309"/>
            <ac:spMk id="2" creationId="{595175DF-0242-D6B6-16CC-0997372BE549}"/>
          </ac:spMkLst>
        </pc:spChg>
      </pc:sldChg>
      <pc:sldChg chg="addSp modSp new mod">
        <pc:chgData name="033-18-0009" userId="125440cf-afe6-44c1-9378-a4c3e80d8228" providerId="ADAL" clId="{1C06D664-FBAA-47F9-A2F9-A5C015E7549B}" dt="2026-09-20T11:49:55.139" v="1467" actId="1076"/>
        <pc:sldMkLst>
          <pc:docMk/>
          <pc:sldMk cId="1954271249" sldId="310"/>
        </pc:sldMkLst>
        <pc:spChg chg="mod">
          <ac:chgData name="033-18-0009" userId="125440cf-afe6-44c1-9378-a4c3e80d8228" providerId="ADAL" clId="{1C06D664-FBAA-47F9-A2F9-A5C015E7549B}" dt="2026-09-20T11:49:37.828" v="1466" actId="15"/>
          <ac:spMkLst>
            <pc:docMk/>
            <pc:sldMk cId="1954271249" sldId="310"/>
            <ac:spMk id="2" creationId="{01DD0EBC-E9A4-FF32-3C68-445788D52459}"/>
          </ac:spMkLst>
        </pc:spChg>
        <pc:picChg chg="add mod">
          <ac:chgData name="033-18-0009" userId="125440cf-afe6-44c1-9378-a4c3e80d8228" providerId="ADAL" clId="{1C06D664-FBAA-47F9-A2F9-A5C015E7549B}" dt="2026-09-20T11:49:55.139" v="1467" actId="1076"/>
          <ac:picMkLst>
            <pc:docMk/>
            <pc:sldMk cId="1954271249" sldId="310"/>
            <ac:picMk id="7" creationId="{50CC7831-63BD-BC96-78E2-8224393C4EE6}"/>
          </ac:picMkLst>
        </pc:picChg>
      </pc:sldChg>
      <pc:sldChg chg="addSp modSp new mod">
        <pc:chgData name="033-18-0009" userId="125440cf-afe6-44c1-9378-a4c3e80d8228" providerId="ADAL" clId="{1C06D664-FBAA-47F9-A2F9-A5C015E7549B}" dt="2026-09-20T10:53:49.590" v="1586" actId="14100"/>
        <pc:sldMkLst>
          <pc:docMk/>
          <pc:sldMk cId="2416895183" sldId="311"/>
        </pc:sldMkLst>
        <pc:spChg chg="mod">
          <ac:chgData name="033-18-0009" userId="125440cf-afe6-44c1-9378-a4c3e80d8228" providerId="ADAL" clId="{1C06D664-FBAA-47F9-A2F9-A5C015E7549B}" dt="2026-09-20T09:43:13.510" v="1472" actId="20577"/>
          <ac:spMkLst>
            <pc:docMk/>
            <pc:sldMk cId="2416895183" sldId="311"/>
            <ac:spMk id="2" creationId="{AD72735C-AF84-7A65-C015-BE8F467CC324}"/>
          </ac:spMkLst>
        </pc:spChg>
        <pc:picChg chg="add mod">
          <ac:chgData name="033-18-0009" userId="125440cf-afe6-44c1-9378-a4c3e80d8228" providerId="ADAL" clId="{1C06D664-FBAA-47F9-A2F9-A5C015E7549B}" dt="2026-09-20T09:43:19.659" v="1475" actId="14100"/>
          <ac:picMkLst>
            <pc:docMk/>
            <pc:sldMk cId="2416895183" sldId="311"/>
            <ac:picMk id="7" creationId="{50781E61-1849-13CB-929A-3B70F93C4F69}"/>
          </ac:picMkLst>
        </pc:picChg>
        <pc:picChg chg="add mod">
          <ac:chgData name="033-18-0009" userId="125440cf-afe6-44c1-9378-a4c3e80d8228" providerId="ADAL" clId="{1C06D664-FBAA-47F9-A2F9-A5C015E7549B}" dt="2026-09-20T10:53:49.590" v="1586" actId="14100"/>
          <ac:picMkLst>
            <pc:docMk/>
            <pc:sldMk cId="2416895183" sldId="311"/>
            <ac:picMk id="9" creationId="{F4324539-92BB-E316-1ECF-56EA04C055B3}"/>
          </ac:picMkLst>
        </pc:picChg>
      </pc:sldChg>
      <pc:sldChg chg="addSp modSp new mod">
        <pc:chgData name="033-18-0009" userId="125440cf-afe6-44c1-9378-a4c3e80d8228" providerId="ADAL" clId="{1C06D664-FBAA-47F9-A2F9-A5C015E7549B}" dt="2026-09-20T09:53:51.377" v="1503"/>
        <pc:sldMkLst>
          <pc:docMk/>
          <pc:sldMk cId="3205890343" sldId="312"/>
        </pc:sldMkLst>
        <pc:spChg chg="mod">
          <ac:chgData name="033-18-0009" userId="125440cf-afe6-44c1-9378-a4c3e80d8228" providerId="ADAL" clId="{1C06D664-FBAA-47F9-A2F9-A5C015E7549B}" dt="2026-09-20T09:53:51.377" v="1503"/>
          <ac:spMkLst>
            <pc:docMk/>
            <pc:sldMk cId="3205890343" sldId="312"/>
            <ac:spMk id="2" creationId="{C7282408-15C5-7667-2C39-E1A963F304DF}"/>
          </ac:spMkLst>
        </pc:spChg>
        <pc:picChg chg="add mod">
          <ac:chgData name="033-18-0009" userId="125440cf-afe6-44c1-9378-a4c3e80d8228" providerId="ADAL" clId="{1C06D664-FBAA-47F9-A2F9-A5C015E7549B}" dt="2026-09-20T09:53:34.141" v="1501" actId="1076"/>
          <ac:picMkLst>
            <pc:docMk/>
            <pc:sldMk cId="3205890343" sldId="312"/>
            <ac:picMk id="7" creationId="{E93F822A-41DC-14C4-C3D9-F75463C36ADD}"/>
          </ac:picMkLst>
        </pc:picChg>
      </pc:sldChg>
      <pc:sldChg chg="addSp modSp new mod ord">
        <pc:chgData name="033-18-0009" userId="125440cf-afe6-44c1-9378-a4c3e80d8228" providerId="ADAL" clId="{1C06D664-FBAA-47F9-A2F9-A5C015E7549B}" dt="2026-09-20T10:36:12.031" v="1568"/>
        <pc:sldMkLst>
          <pc:docMk/>
          <pc:sldMk cId="1778677115" sldId="313"/>
        </pc:sldMkLst>
        <pc:spChg chg="mod">
          <ac:chgData name="033-18-0009" userId="125440cf-afe6-44c1-9378-a4c3e80d8228" providerId="ADAL" clId="{1C06D664-FBAA-47F9-A2F9-A5C015E7549B}" dt="2026-09-20T10:36:12.031" v="1568"/>
          <ac:spMkLst>
            <pc:docMk/>
            <pc:sldMk cId="1778677115" sldId="313"/>
            <ac:spMk id="2" creationId="{631FB4D9-65CC-4634-4A16-D16747598FF3}"/>
          </ac:spMkLst>
        </pc:spChg>
        <pc:picChg chg="add mod">
          <ac:chgData name="033-18-0009" userId="125440cf-afe6-44c1-9378-a4c3e80d8228" providerId="ADAL" clId="{1C06D664-FBAA-47F9-A2F9-A5C015E7549B}" dt="2026-09-20T10:35:47.300" v="1565" actId="1076"/>
          <ac:picMkLst>
            <pc:docMk/>
            <pc:sldMk cId="1778677115" sldId="313"/>
            <ac:picMk id="7" creationId="{37D49F21-6239-E6E9-5C0E-E65C572A5738}"/>
          </ac:picMkLst>
        </pc:picChg>
      </pc:sldChg>
      <pc:sldChg chg="addSp modSp new mod">
        <pc:chgData name="033-18-0009" userId="125440cf-afe6-44c1-9378-a4c3e80d8228" providerId="ADAL" clId="{1C06D664-FBAA-47F9-A2F9-A5C015E7549B}" dt="2026-09-20T10:35:24.600" v="1555"/>
        <pc:sldMkLst>
          <pc:docMk/>
          <pc:sldMk cId="1433694277" sldId="314"/>
        </pc:sldMkLst>
        <pc:spChg chg="mod">
          <ac:chgData name="033-18-0009" userId="125440cf-afe6-44c1-9378-a4c3e80d8228" providerId="ADAL" clId="{1C06D664-FBAA-47F9-A2F9-A5C015E7549B}" dt="2026-09-20T10:35:24.600" v="1555"/>
          <ac:spMkLst>
            <pc:docMk/>
            <pc:sldMk cId="1433694277" sldId="314"/>
            <ac:spMk id="2" creationId="{F18C8590-4052-FDD5-15FD-324D91146D28}"/>
          </ac:spMkLst>
        </pc:spChg>
        <pc:picChg chg="add mod">
          <ac:chgData name="033-18-0009" userId="125440cf-afe6-44c1-9378-a4c3e80d8228" providerId="ADAL" clId="{1C06D664-FBAA-47F9-A2F9-A5C015E7549B}" dt="2026-09-20T10:14:53.515" v="1550" actId="1076"/>
          <ac:picMkLst>
            <pc:docMk/>
            <pc:sldMk cId="1433694277" sldId="314"/>
            <ac:picMk id="7" creationId="{28389F69-13B5-D21D-7EE6-98014124A110}"/>
          </ac:picMkLst>
        </pc:picChg>
      </pc:sldChg>
      <pc:sldChg chg="addSp modSp new mod">
        <pc:chgData name="033-18-0009" userId="125440cf-afe6-44c1-9378-a4c3e80d8228" providerId="ADAL" clId="{1C06D664-FBAA-47F9-A2F9-A5C015E7549B}" dt="2026-09-20T10:39:11.147" v="1581" actId="1076"/>
        <pc:sldMkLst>
          <pc:docMk/>
          <pc:sldMk cId="3595285639" sldId="315"/>
        </pc:sldMkLst>
        <pc:spChg chg="mod">
          <ac:chgData name="033-18-0009" userId="125440cf-afe6-44c1-9378-a4c3e80d8228" providerId="ADAL" clId="{1C06D664-FBAA-47F9-A2F9-A5C015E7549B}" dt="2026-09-20T10:38:24.611" v="1579" actId="20577"/>
          <ac:spMkLst>
            <pc:docMk/>
            <pc:sldMk cId="3595285639" sldId="315"/>
            <ac:spMk id="2" creationId="{C210C6A2-673E-CCA7-D78F-F4DA8E6C7042}"/>
          </ac:spMkLst>
        </pc:spChg>
        <pc:picChg chg="add mod">
          <ac:chgData name="033-18-0009" userId="125440cf-afe6-44c1-9378-a4c3e80d8228" providerId="ADAL" clId="{1C06D664-FBAA-47F9-A2F9-A5C015E7549B}" dt="2026-09-20T10:39:11.147" v="1581" actId="1076"/>
          <ac:picMkLst>
            <pc:docMk/>
            <pc:sldMk cId="3595285639" sldId="315"/>
            <ac:picMk id="7" creationId="{200AEE14-E622-F836-F1E0-4474191B0FCB}"/>
          </ac:picMkLst>
        </pc:picChg>
      </pc:sldChg>
      <pc:sldChg chg="addSp delSp modSp new mod">
        <pc:chgData name="033-18-0009" userId="125440cf-afe6-44c1-9378-a4c3e80d8228" providerId="ADAL" clId="{1C06D664-FBAA-47F9-A2F9-A5C015E7549B}" dt="2026-09-20T09:21:09.450" v="1591" actId="1076"/>
        <pc:sldMkLst>
          <pc:docMk/>
          <pc:sldMk cId="725408662" sldId="316"/>
        </pc:sldMkLst>
        <pc:spChg chg="del">
          <ac:chgData name="033-18-0009" userId="125440cf-afe6-44c1-9378-a4c3e80d8228" providerId="ADAL" clId="{1C06D664-FBAA-47F9-A2F9-A5C015E7549B}" dt="2026-09-20T09:19:04.021" v="1588" actId="22"/>
          <ac:spMkLst>
            <pc:docMk/>
            <pc:sldMk cId="725408662" sldId="316"/>
            <ac:spMk id="2" creationId="{29B525F6-249F-244A-9EDA-A233B0E61E12}"/>
          </ac:spMkLst>
        </pc:spChg>
        <pc:picChg chg="add mod ord">
          <ac:chgData name="033-18-0009" userId="125440cf-afe6-44c1-9378-a4c3e80d8228" providerId="ADAL" clId="{1C06D664-FBAA-47F9-A2F9-A5C015E7549B}" dt="2026-09-20T09:19:06.271" v="1589" actId="1076"/>
          <ac:picMkLst>
            <pc:docMk/>
            <pc:sldMk cId="725408662" sldId="316"/>
            <ac:picMk id="7" creationId="{4F8BFF0C-AD91-0DC0-7AAF-327E4561AFCC}"/>
          </ac:picMkLst>
        </pc:picChg>
        <pc:picChg chg="add mod">
          <ac:chgData name="033-18-0009" userId="125440cf-afe6-44c1-9378-a4c3e80d8228" providerId="ADAL" clId="{1C06D664-FBAA-47F9-A2F9-A5C015E7549B}" dt="2026-09-20T09:21:09.450" v="1591" actId="1076"/>
          <ac:picMkLst>
            <pc:docMk/>
            <pc:sldMk cId="725408662" sldId="316"/>
            <ac:picMk id="9" creationId="{1BD55EBB-2965-FD7B-B5CF-4C5FB3B0E75A}"/>
          </ac:picMkLst>
        </pc:picChg>
      </pc:sldChg>
      <pc:sldChg chg="modSp new mod">
        <pc:chgData name="033-18-0009" userId="125440cf-afe6-44c1-9378-a4c3e80d8228" providerId="ADAL" clId="{1C06D664-FBAA-47F9-A2F9-A5C015E7549B}" dt="2026-09-20T09:29:03.057" v="1617" actId="27636"/>
        <pc:sldMkLst>
          <pc:docMk/>
          <pc:sldMk cId="3619319391" sldId="317"/>
        </pc:sldMkLst>
        <pc:spChg chg="mod">
          <ac:chgData name="033-18-0009" userId="125440cf-afe6-44c1-9378-a4c3e80d8228" providerId="ADAL" clId="{1C06D664-FBAA-47F9-A2F9-A5C015E7549B}" dt="2026-09-20T09:29:03.057" v="1617" actId="27636"/>
          <ac:spMkLst>
            <pc:docMk/>
            <pc:sldMk cId="3619319391" sldId="317"/>
            <ac:spMk id="2" creationId="{EAA97C11-0445-67A1-0820-982BB36A9E34}"/>
          </ac:spMkLst>
        </pc:spChg>
      </pc:sldChg>
      <pc:sldChg chg="addSp modSp new mod">
        <pc:chgData name="033-18-0009" userId="125440cf-afe6-44c1-9378-a4c3e80d8228" providerId="ADAL" clId="{1C06D664-FBAA-47F9-A2F9-A5C015E7549B}" dt="2026-09-20T09:30:28.215" v="1623" actId="14100"/>
        <pc:sldMkLst>
          <pc:docMk/>
          <pc:sldMk cId="1806060394" sldId="318"/>
        </pc:sldMkLst>
        <pc:spChg chg="mod">
          <ac:chgData name="033-18-0009" userId="125440cf-afe6-44c1-9378-a4c3e80d8228" providerId="ADAL" clId="{1C06D664-FBAA-47F9-A2F9-A5C015E7549B}" dt="2026-09-20T09:29:57.862" v="1620" actId="15"/>
          <ac:spMkLst>
            <pc:docMk/>
            <pc:sldMk cId="1806060394" sldId="318"/>
            <ac:spMk id="2" creationId="{8693BC1F-02D5-59F1-C59F-077C13365364}"/>
          </ac:spMkLst>
        </pc:spChg>
        <pc:picChg chg="add mod">
          <ac:chgData name="033-18-0009" userId="125440cf-afe6-44c1-9378-a4c3e80d8228" providerId="ADAL" clId="{1C06D664-FBAA-47F9-A2F9-A5C015E7549B}" dt="2026-09-20T09:30:28.215" v="1623" actId="14100"/>
          <ac:picMkLst>
            <pc:docMk/>
            <pc:sldMk cId="1806060394" sldId="318"/>
            <ac:picMk id="7" creationId="{FAA6F562-4CDB-5EFB-8F20-1460097AC528}"/>
          </ac:picMkLst>
        </pc:picChg>
      </pc:sldChg>
      <pc:sldChg chg="addSp delSp modSp new mod">
        <pc:chgData name="033-18-0009" userId="125440cf-afe6-44c1-9378-a4c3e80d8228" providerId="ADAL" clId="{1C06D664-FBAA-47F9-A2F9-A5C015E7549B}" dt="2026-09-20T09:33:32.039" v="1631" actId="14100"/>
        <pc:sldMkLst>
          <pc:docMk/>
          <pc:sldMk cId="3579361597" sldId="319"/>
        </pc:sldMkLst>
        <pc:spChg chg="del mod">
          <ac:chgData name="033-18-0009" userId="125440cf-afe6-44c1-9378-a4c3e80d8228" providerId="ADAL" clId="{1C06D664-FBAA-47F9-A2F9-A5C015E7549B}" dt="2026-09-20T09:33:20.216" v="1626" actId="22"/>
          <ac:spMkLst>
            <pc:docMk/>
            <pc:sldMk cId="3579361597" sldId="319"/>
            <ac:spMk id="2" creationId="{94FAB1D7-6070-2D42-5229-0A09E4E7DDD0}"/>
          </ac:spMkLst>
        </pc:spChg>
        <pc:picChg chg="add mod ord">
          <ac:chgData name="033-18-0009" userId="125440cf-afe6-44c1-9378-a4c3e80d8228" providerId="ADAL" clId="{1C06D664-FBAA-47F9-A2F9-A5C015E7549B}" dt="2026-09-20T09:33:32.039" v="1631" actId="14100"/>
          <ac:picMkLst>
            <pc:docMk/>
            <pc:sldMk cId="3579361597" sldId="319"/>
            <ac:picMk id="7" creationId="{BCFB21F8-1555-B030-3402-70D71DB674A8}"/>
          </ac:picMkLst>
        </pc:picChg>
      </pc:sldChg>
      <pc:sldChg chg="modSp new mod">
        <pc:chgData name="033-18-0009" userId="125440cf-afe6-44c1-9378-a4c3e80d8228" providerId="ADAL" clId="{1C06D664-FBAA-47F9-A2F9-A5C015E7549B}" dt="2026-09-20T09:38:33.068" v="1639"/>
        <pc:sldMkLst>
          <pc:docMk/>
          <pc:sldMk cId="1970471915" sldId="320"/>
        </pc:sldMkLst>
        <pc:spChg chg="mod">
          <ac:chgData name="033-18-0009" userId="125440cf-afe6-44c1-9378-a4c3e80d8228" providerId="ADAL" clId="{1C06D664-FBAA-47F9-A2F9-A5C015E7549B}" dt="2026-09-20T09:38:33.068" v="1639"/>
          <ac:spMkLst>
            <pc:docMk/>
            <pc:sldMk cId="1970471915" sldId="320"/>
            <ac:spMk id="2" creationId="{890C44D0-B97C-9EB3-F838-2FDAB130C043}"/>
          </ac:spMkLst>
        </pc:spChg>
      </pc:sldChg>
      <pc:sldChg chg="addSp delSp modSp new">
        <pc:chgData name="033-18-0009" userId="125440cf-afe6-44c1-9378-a4c3e80d8228" providerId="ADAL" clId="{1C06D664-FBAA-47F9-A2F9-A5C015E7549B}" dt="2026-09-20T09:37:34.235" v="1636"/>
        <pc:sldMkLst>
          <pc:docMk/>
          <pc:sldMk cId="3166071525" sldId="321"/>
        </pc:sldMkLst>
        <pc:spChg chg="del">
          <ac:chgData name="033-18-0009" userId="125440cf-afe6-44c1-9378-a4c3e80d8228" providerId="ADAL" clId="{1C06D664-FBAA-47F9-A2F9-A5C015E7549B}" dt="2026-09-20T09:37:34.235" v="1636"/>
          <ac:spMkLst>
            <pc:docMk/>
            <pc:sldMk cId="3166071525" sldId="321"/>
            <ac:spMk id="2" creationId="{A7BEDE3B-0D95-3756-C958-063135980255}"/>
          </ac:spMkLst>
        </pc:spChg>
        <pc:picChg chg="add mod">
          <ac:chgData name="033-18-0009" userId="125440cf-afe6-44c1-9378-a4c3e80d8228" providerId="ADAL" clId="{1C06D664-FBAA-47F9-A2F9-A5C015E7549B}" dt="2026-09-20T09:37:34.235" v="1636"/>
          <ac:picMkLst>
            <pc:docMk/>
            <pc:sldMk cId="3166071525" sldId="321"/>
            <ac:picMk id="6" creationId="{236DD44E-9BCB-DEEB-3D95-CF3C51DBFA5D}"/>
          </ac:picMkLst>
        </pc:picChg>
      </pc:sldChg>
      <pc:sldChg chg="addSp modSp new mod">
        <pc:chgData name="033-18-0009" userId="125440cf-afe6-44c1-9378-a4c3e80d8228" providerId="ADAL" clId="{1C06D664-FBAA-47F9-A2F9-A5C015E7549B}" dt="2026-09-20T10:12:49.614" v="1710" actId="14100"/>
        <pc:sldMkLst>
          <pc:docMk/>
          <pc:sldMk cId="1551878527" sldId="322"/>
        </pc:sldMkLst>
        <pc:spChg chg="mod">
          <ac:chgData name="033-18-0009" userId="125440cf-afe6-44c1-9378-a4c3e80d8228" providerId="ADAL" clId="{1C06D664-FBAA-47F9-A2F9-A5C015E7549B}" dt="2026-09-20T10:11:15.560" v="1701"/>
          <ac:spMkLst>
            <pc:docMk/>
            <pc:sldMk cId="1551878527" sldId="322"/>
            <ac:spMk id="2" creationId="{FD070178-9FD5-1C6E-3232-7AE5F1F491EB}"/>
          </ac:spMkLst>
        </pc:spChg>
        <pc:picChg chg="add mod">
          <ac:chgData name="033-18-0009" userId="125440cf-afe6-44c1-9378-a4c3e80d8228" providerId="ADAL" clId="{1C06D664-FBAA-47F9-A2F9-A5C015E7549B}" dt="2026-09-20T10:11:48.084" v="1705" actId="1076"/>
          <ac:picMkLst>
            <pc:docMk/>
            <pc:sldMk cId="1551878527" sldId="322"/>
            <ac:picMk id="7" creationId="{13AE8784-6017-3FAB-68B2-C40B24659B97}"/>
          </ac:picMkLst>
        </pc:picChg>
        <pc:picChg chg="add mod">
          <ac:chgData name="033-18-0009" userId="125440cf-afe6-44c1-9378-a4c3e80d8228" providerId="ADAL" clId="{1C06D664-FBAA-47F9-A2F9-A5C015E7549B}" dt="2026-09-20T10:12:49.614" v="1710" actId="14100"/>
          <ac:picMkLst>
            <pc:docMk/>
            <pc:sldMk cId="1551878527" sldId="322"/>
            <ac:picMk id="9" creationId="{7BE205CA-2FF1-D47C-94C3-5C01B2E6E4A8}"/>
          </ac:picMkLst>
        </pc:picChg>
      </pc:sldChg>
      <pc:sldChg chg="modSp new mod">
        <pc:chgData name="033-18-0009" userId="125440cf-afe6-44c1-9378-a4c3e80d8228" providerId="ADAL" clId="{1C06D664-FBAA-47F9-A2F9-A5C015E7549B}" dt="2026-09-20T09:42:10.709" v="1659" actId="20577"/>
        <pc:sldMkLst>
          <pc:docMk/>
          <pc:sldMk cId="737447418" sldId="323"/>
        </pc:sldMkLst>
        <pc:spChg chg="mod">
          <ac:chgData name="033-18-0009" userId="125440cf-afe6-44c1-9378-a4c3e80d8228" providerId="ADAL" clId="{1C06D664-FBAA-47F9-A2F9-A5C015E7549B}" dt="2026-09-20T09:42:10.709" v="1659" actId="20577"/>
          <ac:spMkLst>
            <pc:docMk/>
            <pc:sldMk cId="737447418" sldId="323"/>
            <ac:spMk id="2" creationId="{BA8C157D-3DFD-74F1-A11D-54B35F0FB1F7}"/>
          </ac:spMkLst>
        </pc:spChg>
      </pc:sldChg>
      <pc:sldChg chg="modSp new mod">
        <pc:chgData name="033-18-0009" userId="125440cf-afe6-44c1-9378-a4c3e80d8228" providerId="ADAL" clId="{1C06D664-FBAA-47F9-A2F9-A5C015E7549B}" dt="2026-09-20T09:42:50.361" v="1675" actId="20577"/>
        <pc:sldMkLst>
          <pc:docMk/>
          <pc:sldMk cId="2868546724" sldId="324"/>
        </pc:sldMkLst>
        <pc:spChg chg="mod">
          <ac:chgData name="033-18-0009" userId="125440cf-afe6-44c1-9378-a4c3e80d8228" providerId="ADAL" clId="{1C06D664-FBAA-47F9-A2F9-A5C015E7549B}" dt="2026-09-20T09:42:50.361" v="1675" actId="20577"/>
          <ac:spMkLst>
            <pc:docMk/>
            <pc:sldMk cId="2868546724" sldId="324"/>
            <ac:spMk id="2" creationId="{3A37A284-23B6-DE6F-7E5A-AD37A1DD1A64}"/>
          </ac:spMkLst>
        </pc:spChg>
      </pc:sldChg>
      <pc:sldChg chg="addSp delSp modSp new mod">
        <pc:chgData name="033-18-0009" userId="125440cf-afe6-44c1-9378-a4c3e80d8228" providerId="ADAL" clId="{1C06D664-FBAA-47F9-A2F9-A5C015E7549B}" dt="2026-09-20T09:46:56.518" v="1679" actId="14100"/>
        <pc:sldMkLst>
          <pc:docMk/>
          <pc:sldMk cId="2577299052" sldId="325"/>
        </pc:sldMkLst>
        <pc:spChg chg="del">
          <ac:chgData name="033-18-0009" userId="125440cf-afe6-44c1-9378-a4c3e80d8228" providerId="ADAL" clId="{1C06D664-FBAA-47F9-A2F9-A5C015E7549B}" dt="2026-09-20T09:46:47.364" v="1677" actId="22"/>
          <ac:spMkLst>
            <pc:docMk/>
            <pc:sldMk cId="2577299052" sldId="325"/>
            <ac:spMk id="2" creationId="{3D60155E-6A34-053B-110E-03EFFBCCB28A}"/>
          </ac:spMkLst>
        </pc:spChg>
        <pc:picChg chg="add mod ord">
          <ac:chgData name="033-18-0009" userId="125440cf-afe6-44c1-9378-a4c3e80d8228" providerId="ADAL" clId="{1C06D664-FBAA-47F9-A2F9-A5C015E7549B}" dt="2026-09-20T09:46:56.518" v="1679" actId="14100"/>
          <ac:picMkLst>
            <pc:docMk/>
            <pc:sldMk cId="2577299052" sldId="325"/>
            <ac:picMk id="7" creationId="{F96CF0F1-20EA-EEFE-8F67-02C0DF87161D}"/>
          </ac:picMkLst>
        </pc:picChg>
      </pc:sldChg>
      <pc:sldChg chg="addSp delSp modSp new mod">
        <pc:chgData name="033-18-0009" userId="125440cf-afe6-44c1-9378-a4c3e80d8228" providerId="ADAL" clId="{1C06D664-FBAA-47F9-A2F9-A5C015E7549B}" dt="2026-09-20T09:47:51.404" v="1686" actId="14100"/>
        <pc:sldMkLst>
          <pc:docMk/>
          <pc:sldMk cId="1303400352" sldId="326"/>
        </pc:sldMkLst>
        <pc:spChg chg="del">
          <ac:chgData name="033-18-0009" userId="125440cf-afe6-44c1-9378-a4c3e80d8228" providerId="ADAL" clId="{1C06D664-FBAA-47F9-A2F9-A5C015E7549B}" dt="2026-09-20T09:47:33.916" v="1681" actId="22"/>
          <ac:spMkLst>
            <pc:docMk/>
            <pc:sldMk cId="1303400352" sldId="326"/>
            <ac:spMk id="2" creationId="{D52A86B1-0E4B-532A-A418-4AFB8811B4EE}"/>
          </ac:spMkLst>
        </pc:spChg>
        <pc:picChg chg="add mod ord">
          <ac:chgData name="033-18-0009" userId="125440cf-afe6-44c1-9378-a4c3e80d8228" providerId="ADAL" clId="{1C06D664-FBAA-47F9-A2F9-A5C015E7549B}" dt="2026-09-20T09:47:51.404" v="1686" actId="14100"/>
          <ac:picMkLst>
            <pc:docMk/>
            <pc:sldMk cId="1303400352" sldId="326"/>
            <ac:picMk id="7" creationId="{9B1C8ECE-B625-9278-BD22-2E47DF6C13EB}"/>
          </ac:picMkLst>
        </pc:picChg>
      </pc:sldChg>
      <pc:sldChg chg="addSp delSp modSp new mod">
        <pc:chgData name="033-18-0009" userId="125440cf-afe6-44c1-9378-a4c3e80d8228" providerId="ADAL" clId="{1C06D664-FBAA-47F9-A2F9-A5C015E7549B}" dt="2026-09-20T09:48:36.254" v="1690" actId="1076"/>
        <pc:sldMkLst>
          <pc:docMk/>
          <pc:sldMk cId="3302074279" sldId="327"/>
        </pc:sldMkLst>
        <pc:spChg chg="del">
          <ac:chgData name="033-18-0009" userId="125440cf-afe6-44c1-9378-a4c3e80d8228" providerId="ADAL" clId="{1C06D664-FBAA-47F9-A2F9-A5C015E7549B}" dt="2026-09-20T09:48:32.193" v="1688" actId="22"/>
          <ac:spMkLst>
            <pc:docMk/>
            <pc:sldMk cId="3302074279" sldId="327"/>
            <ac:spMk id="2" creationId="{DA82CC70-1039-6F71-EA79-D2EB2711F680}"/>
          </ac:spMkLst>
        </pc:spChg>
        <pc:picChg chg="add mod ord">
          <ac:chgData name="033-18-0009" userId="125440cf-afe6-44c1-9378-a4c3e80d8228" providerId="ADAL" clId="{1C06D664-FBAA-47F9-A2F9-A5C015E7549B}" dt="2026-09-20T09:48:36.254" v="1690" actId="1076"/>
          <ac:picMkLst>
            <pc:docMk/>
            <pc:sldMk cId="3302074279" sldId="327"/>
            <ac:picMk id="7" creationId="{413C5AFC-E806-A0BE-F9F9-FF0C235F4664}"/>
          </ac:picMkLst>
        </pc:picChg>
      </pc:sldChg>
      <pc:sldChg chg="addSp delSp modSp new mod">
        <pc:chgData name="033-18-0009" userId="125440cf-afe6-44c1-9378-a4c3e80d8228" providerId="ADAL" clId="{1C06D664-FBAA-47F9-A2F9-A5C015E7549B}" dt="2026-09-20T09:49:40.053" v="1694" actId="14100"/>
        <pc:sldMkLst>
          <pc:docMk/>
          <pc:sldMk cId="4236861969" sldId="328"/>
        </pc:sldMkLst>
        <pc:spChg chg="del">
          <ac:chgData name="033-18-0009" userId="125440cf-afe6-44c1-9378-a4c3e80d8228" providerId="ADAL" clId="{1C06D664-FBAA-47F9-A2F9-A5C015E7549B}" dt="2026-09-20T09:49:34.299" v="1692" actId="22"/>
          <ac:spMkLst>
            <pc:docMk/>
            <pc:sldMk cId="4236861969" sldId="328"/>
            <ac:spMk id="2" creationId="{1BC9C956-D686-54A8-9821-0FFAB6EFA8D2}"/>
          </ac:spMkLst>
        </pc:spChg>
        <pc:picChg chg="add mod ord">
          <ac:chgData name="033-18-0009" userId="125440cf-afe6-44c1-9378-a4c3e80d8228" providerId="ADAL" clId="{1C06D664-FBAA-47F9-A2F9-A5C015E7549B}" dt="2026-09-20T09:49:40.053" v="1694" actId="14100"/>
          <ac:picMkLst>
            <pc:docMk/>
            <pc:sldMk cId="4236861969" sldId="328"/>
            <ac:picMk id="7" creationId="{21CFC18E-B35B-369F-A9B3-5E60ED0BCBC5}"/>
          </ac:picMkLst>
        </pc:picChg>
      </pc:sldChg>
      <pc:sldChg chg="modSp new mod">
        <pc:chgData name="033-18-0009" userId="125440cf-afe6-44c1-9378-a4c3e80d8228" providerId="ADAL" clId="{1C06D664-FBAA-47F9-A2F9-A5C015E7549B}" dt="2026-09-20T10:16:29.479" v="1716" actId="27636"/>
        <pc:sldMkLst>
          <pc:docMk/>
          <pc:sldMk cId="1265658146" sldId="329"/>
        </pc:sldMkLst>
        <pc:spChg chg="mod">
          <ac:chgData name="033-18-0009" userId="125440cf-afe6-44c1-9378-a4c3e80d8228" providerId="ADAL" clId="{1C06D664-FBAA-47F9-A2F9-A5C015E7549B}" dt="2026-09-20T10:16:29.479" v="1716" actId="27636"/>
          <ac:spMkLst>
            <pc:docMk/>
            <pc:sldMk cId="1265658146" sldId="329"/>
            <ac:spMk id="2" creationId="{B91742AB-F632-621C-2442-8C940DD679DD}"/>
          </ac:spMkLst>
        </pc:spChg>
      </pc:sldChg>
      <pc:sldChg chg="addSp modSp new mod">
        <pc:chgData name="033-18-0009" userId="125440cf-afe6-44c1-9378-a4c3e80d8228" providerId="ADAL" clId="{1C06D664-FBAA-47F9-A2F9-A5C015E7549B}" dt="2026-09-20T10:19:44.332" v="1726" actId="1076"/>
        <pc:sldMkLst>
          <pc:docMk/>
          <pc:sldMk cId="4225360382" sldId="330"/>
        </pc:sldMkLst>
        <pc:spChg chg="mod">
          <ac:chgData name="033-18-0009" userId="125440cf-afe6-44c1-9378-a4c3e80d8228" providerId="ADAL" clId="{1C06D664-FBAA-47F9-A2F9-A5C015E7549B}" dt="2026-09-20T10:19:03.250" v="1721" actId="15"/>
          <ac:spMkLst>
            <pc:docMk/>
            <pc:sldMk cId="4225360382" sldId="330"/>
            <ac:spMk id="2" creationId="{CF9E11A6-106B-497D-683A-7F499A8C8F3E}"/>
          </ac:spMkLst>
        </pc:spChg>
        <pc:picChg chg="add mod">
          <ac:chgData name="033-18-0009" userId="125440cf-afe6-44c1-9378-a4c3e80d8228" providerId="ADAL" clId="{1C06D664-FBAA-47F9-A2F9-A5C015E7549B}" dt="2026-09-20T10:19:44.332" v="1726" actId="1076"/>
          <ac:picMkLst>
            <pc:docMk/>
            <pc:sldMk cId="4225360382" sldId="330"/>
            <ac:picMk id="7" creationId="{3982BFFC-DE4F-7EBF-A0BB-467A6A4F1246}"/>
          </ac:picMkLst>
        </pc:picChg>
      </pc:sldChg>
      <pc:sldChg chg="modSp new mod">
        <pc:chgData name="033-18-0009" userId="125440cf-afe6-44c1-9378-a4c3e80d8228" providerId="ADAL" clId="{1C06D664-FBAA-47F9-A2F9-A5C015E7549B}" dt="2026-09-20T10:21:28.516" v="1750" actId="15"/>
        <pc:sldMkLst>
          <pc:docMk/>
          <pc:sldMk cId="1968751797" sldId="331"/>
        </pc:sldMkLst>
        <pc:spChg chg="mod">
          <ac:chgData name="033-18-0009" userId="125440cf-afe6-44c1-9378-a4c3e80d8228" providerId="ADAL" clId="{1C06D664-FBAA-47F9-A2F9-A5C015E7549B}" dt="2026-09-20T10:21:28.516" v="1750" actId="15"/>
          <ac:spMkLst>
            <pc:docMk/>
            <pc:sldMk cId="1968751797" sldId="331"/>
            <ac:spMk id="2" creationId="{6995C0F5-6652-0D6B-6295-9E22A8679182}"/>
          </ac:spMkLst>
        </pc:spChg>
      </pc:sldChg>
      <pc:sldChg chg="modSp new mod">
        <pc:chgData name="033-18-0009" userId="125440cf-afe6-44c1-9378-a4c3e80d8228" providerId="ADAL" clId="{1C06D664-FBAA-47F9-A2F9-A5C015E7549B}" dt="2026-09-20T10:22:31.842" v="1761" actId="15"/>
        <pc:sldMkLst>
          <pc:docMk/>
          <pc:sldMk cId="3792483168" sldId="332"/>
        </pc:sldMkLst>
        <pc:spChg chg="mod">
          <ac:chgData name="033-18-0009" userId="125440cf-afe6-44c1-9378-a4c3e80d8228" providerId="ADAL" clId="{1C06D664-FBAA-47F9-A2F9-A5C015E7549B}" dt="2026-09-20T10:22:31.842" v="1761" actId="15"/>
          <ac:spMkLst>
            <pc:docMk/>
            <pc:sldMk cId="3792483168" sldId="332"/>
            <ac:spMk id="2" creationId="{171C7EB8-AB9C-1D9A-22C5-F93F3BB2DC6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4AC2A3-80AB-4873-A626-EF5826A037E9}" type="datetimeFigureOut">
              <a:rPr lang="en-US" smtClean="0"/>
              <a:t>9/20/2026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6DD79A-BFD1-4746-AAF8-BF070C9A56C3}" type="slidenum">
              <a:rPr lang="en-US" smtClean="0"/>
              <a:t>‹#›</a:t>
            </a:fld>
            <a:endParaRPr lang="en-US"/>
          </a:p>
        </p:txBody>
      </p:sp>
    </p:spTree>
    <p:extLst>
      <p:ext uri="{BB962C8B-B14F-4D97-AF65-F5344CB8AC3E}">
        <p14:creationId xmlns:p14="http://schemas.microsoft.com/office/powerpoint/2010/main" val="1896545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664EC-F325-6631-33AC-728E40961A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5A39285-1161-3B4E-B3DD-BD986353AB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16D90D8-C482-B126-9A7F-D7B63F9ABB9F}"/>
              </a:ext>
            </a:extLst>
          </p:cNvPr>
          <p:cNvSpPr>
            <a:spLocks noGrp="1"/>
          </p:cNvSpPr>
          <p:nvPr>
            <p:ph type="dt" sz="half" idx="10"/>
          </p:nvPr>
        </p:nvSpPr>
        <p:spPr/>
        <p:txBody>
          <a:bodyPr/>
          <a:lstStyle/>
          <a:p>
            <a:fld id="{246FD47B-AE14-4DA9-8EE2-B2FB9147A7F8}" type="datetime1">
              <a:rPr lang="en-US" smtClean="0"/>
              <a:t>9/20/2026</a:t>
            </a:fld>
            <a:endParaRPr lang="en-US"/>
          </a:p>
        </p:txBody>
      </p:sp>
      <p:sp>
        <p:nvSpPr>
          <p:cNvPr id="5" name="Footer Placeholder 4">
            <a:extLst>
              <a:ext uri="{FF2B5EF4-FFF2-40B4-BE49-F238E27FC236}">
                <a16:creationId xmlns:a16="http://schemas.microsoft.com/office/drawing/2014/main" id="{0F85405E-0E8F-3DCF-7198-CE88E3BD8F7D}"/>
              </a:ext>
            </a:extLst>
          </p:cNvPr>
          <p:cNvSpPr>
            <a:spLocks noGrp="1"/>
          </p:cNvSpPr>
          <p:nvPr>
            <p:ph type="ftr" sz="quarter" idx="11"/>
          </p:nvPr>
        </p:nvSpPr>
        <p:spPr/>
        <p:txBody>
          <a:bodyPr/>
          <a:lstStyle/>
          <a:p>
            <a:r>
              <a:rPr lang="en-US"/>
              <a:t>Lec: Engr. Muhammad Ismail CS Dept: Sukkur IBA University Fall 2026</a:t>
            </a:r>
          </a:p>
        </p:txBody>
      </p:sp>
      <p:sp>
        <p:nvSpPr>
          <p:cNvPr id="6" name="Slide Number Placeholder 5">
            <a:extLst>
              <a:ext uri="{FF2B5EF4-FFF2-40B4-BE49-F238E27FC236}">
                <a16:creationId xmlns:a16="http://schemas.microsoft.com/office/drawing/2014/main" id="{5D99EE8E-1823-D945-305C-5DEB72925551}"/>
              </a:ext>
            </a:extLst>
          </p:cNvPr>
          <p:cNvSpPr>
            <a:spLocks noGrp="1"/>
          </p:cNvSpPr>
          <p:nvPr>
            <p:ph type="sldNum" sz="quarter" idx="12"/>
          </p:nvPr>
        </p:nvSpPr>
        <p:spPr/>
        <p:txBody>
          <a:bodyPr/>
          <a:lstStyle/>
          <a:p>
            <a:fld id="{FFE5CEB7-2A15-4D32-876E-AD9AEE3F0429}" type="slidenum">
              <a:rPr lang="en-US" smtClean="0"/>
              <a:t>‹#›</a:t>
            </a:fld>
            <a:endParaRPr lang="en-US"/>
          </a:p>
        </p:txBody>
      </p:sp>
    </p:spTree>
    <p:extLst>
      <p:ext uri="{BB962C8B-B14F-4D97-AF65-F5344CB8AC3E}">
        <p14:creationId xmlns:p14="http://schemas.microsoft.com/office/powerpoint/2010/main" val="22478982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C1A5F8-82CD-49F3-99C9-72C572456599}"/>
              </a:ext>
            </a:extLst>
          </p:cNvPr>
          <p:cNvSpPr>
            <a:spLocks noGrp="1"/>
          </p:cNvSpPr>
          <p:nvPr>
            <p:ph idx="1"/>
          </p:nvPr>
        </p:nvSpPr>
        <p:spPr>
          <a:xfrm>
            <a:off x="0" y="0"/>
            <a:ext cx="11353800" cy="6176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a:t>
            </a:r>
          </a:p>
          <a:p>
            <a:pPr lvl="5"/>
            <a:r>
              <a:rPr lang="en-US" dirty="0"/>
              <a:t>Level</a:t>
            </a:r>
          </a:p>
          <a:p>
            <a:pPr lvl="6"/>
            <a:r>
              <a:rPr lang="en-US" dirty="0"/>
              <a:t>Level</a:t>
            </a:r>
          </a:p>
          <a:p>
            <a:pPr lvl="7"/>
            <a:r>
              <a:rPr lang="en-US" dirty="0"/>
              <a:t>Level</a:t>
            </a:r>
          </a:p>
          <a:p>
            <a:pPr lvl="8"/>
            <a:r>
              <a:rPr lang="en-US" dirty="0"/>
              <a:t>Level</a:t>
            </a:r>
          </a:p>
          <a:p>
            <a:pPr lvl="8"/>
            <a:endParaRPr lang="en-US" dirty="0"/>
          </a:p>
        </p:txBody>
      </p:sp>
      <p:sp>
        <p:nvSpPr>
          <p:cNvPr id="4" name="Date Placeholder 3">
            <a:extLst>
              <a:ext uri="{FF2B5EF4-FFF2-40B4-BE49-F238E27FC236}">
                <a16:creationId xmlns:a16="http://schemas.microsoft.com/office/drawing/2014/main" id="{6E90B39F-75BA-226C-FEE5-43C832B07FF4}"/>
              </a:ext>
            </a:extLst>
          </p:cNvPr>
          <p:cNvSpPr>
            <a:spLocks noGrp="1"/>
          </p:cNvSpPr>
          <p:nvPr>
            <p:ph type="dt" sz="half" idx="10"/>
          </p:nvPr>
        </p:nvSpPr>
        <p:spPr>
          <a:xfrm>
            <a:off x="0" y="6356350"/>
            <a:ext cx="2743200" cy="365125"/>
          </a:xfrm>
        </p:spPr>
        <p:txBody>
          <a:bodyPr/>
          <a:lstStyle/>
          <a:p>
            <a:fld id="{30141F01-F46D-4A49-B546-8F2FA9D2BE5A}" type="datetime1">
              <a:rPr lang="en-US" smtClean="0"/>
              <a:t>9/20/2026</a:t>
            </a:fld>
            <a:endParaRPr lang="en-US"/>
          </a:p>
        </p:txBody>
      </p:sp>
      <p:sp>
        <p:nvSpPr>
          <p:cNvPr id="5" name="Footer Placeholder 4">
            <a:extLst>
              <a:ext uri="{FF2B5EF4-FFF2-40B4-BE49-F238E27FC236}">
                <a16:creationId xmlns:a16="http://schemas.microsoft.com/office/drawing/2014/main" id="{A5E96E5D-2160-739A-EBBC-485BA770A55A}"/>
              </a:ext>
            </a:extLst>
          </p:cNvPr>
          <p:cNvSpPr>
            <a:spLocks noGrp="1"/>
          </p:cNvSpPr>
          <p:nvPr>
            <p:ph type="ftr" sz="quarter" idx="11"/>
          </p:nvPr>
        </p:nvSpPr>
        <p:spPr>
          <a:xfrm>
            <a:off x="4038600" y="6356350"/>
            <a:ext cx="4114800" cy="365125"/>
          </a:xfrm>
        </p:spPr>
        <p:txBody>
          <a:bodyPr/>
          <a:lstStyle/>
          <a:p>
            <a:r>
              <a:rPr lang="en-US" dirty="0" err="1"/>
              <a:t>Lec</a:t>
            </a:r>
            <a:r>
              <a:rPr lang="en-US" dirty="0"/>
              <a:t>: Engr. Muhammad Ismail CS Dept: Sukkur IBA University Fall 2026</a:t>
            </a:r>
          </a:p>
        </p:txBody>
      </p:sp>
      <p:sp>
        <p:nvSpPr>
          <p:cNvPr id="6" name="Slide Number Placeholder 5">
            <a:extLst>
              <a:ext uri="{FF2B5EF4-FFF2-40B4-BE49-F238E27FC236}">
                <a16:creationId xmlns:a16="http://schemas.microsoft.com/office/drawing/2014/main" id="{BB6665DA-2897-097A-ED18-A980F29CD1F3}"/>
              </a:ext>
            </a:extLst>
          </p:cNvPr>
          <p:cNvSpPr>
            <a:spLocks noGrp="1"/>
          </p:cNvSpPr>
          <p:nvPr>
            <p:ph type="sldNum" sz="quarter" idx="12"/>
          </p:nvPr>
        </p:nvSpPr>
        <p:spPr>
          <a:xfrm>
            <a:off x="9448800" y="6356350"/>
            <a:ext cx="2743200" cy="365125"/>
          </a:xfrm>
        </p:spPr>
        <p:txBody>
          <a:bodyPr/>
          <a:lstStyle/>
          <a:p>
            <a:fld id="{FFE5CEB7-2A15-4D32-876E-AD9AEE3F0429}" type="slidenum">
              <a:rPr lang="en-US" smtClean="0"/>
              <a:t>‹#›</a:t>
            </a:fld>
            <a:endParaRPr lang="en-US"/>
          </a:p>
        </p:txBody>
      </p:sp>
    </p:spTree>
    <p:extLst>
      <p:ext uri="{BB962C8B-B14F-4D97-AF65-F5344CB8AC3E}">
        <p14:creationId xmlns:p14="http://schemas.microsoft.com/office/powerpoint/2010/main" val="16189365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999E1-FCCC-BEFB-41CD-AF06849D40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1973173-45C8-50CD-B6E1-A33DB4E0347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8094B6-6CF1-1681-DCF9-2B84E9B3D374}"/>
              </a:ext>
            </a:extLst>
          </p:cNvPr>
          <p:cNvSpPr>
            <a:spLocks noGrp="1"/>
          </p:cNvSpPr>
          <p:nvPr>
            <p:ph type="dt" sz="half" idx="10"/>
          </p:nvPr>
        </p:nvSpPr>
        <p:spPr/>
        <p:txBody>
          <a:bodyPr/>
          <a:lstStyle/>
          <a:p>
            <a:fld id="{1FF9D5B6-E833-4E46-98E4-3C1FDA542590}" type="datetime1">
              <a:rPr lang="en-US" smtClean="0"/>
              <a:t>9/20/2026</a:t>
            </a:fld>
            <a:endParaRPr lang="en-US"/>
          </a:p>
        </p:txBody>
      </p:sp>
      <p:sp>
        <p:nvSpPr>
          <p:cNvPr id="5" name="Footer Placeholder 4">
            <a:extLst>
              <a:ext uri="{FF2B5EF4-FFF2-40B4-BE49-F238E27FC236}">
                <a16:creationId xmlns:a16="http://schemas.microsoft.com/office/drawing/2014/main" id="{A9E9910D-A1AD-EB0E-FD70-063F3A6789A2}"/>
              </a:ext>
            </a:extLst>
          </p:cNvPr>
          <p:cNvSpPr>
            <a:spLocks noGrp="1"/>
          </p:cNvSpPr>
          <p:nvPr>
            <p:ph type="ftr" sz="quarter" idx="11"/>
          </p:nvPr>
        </p:nvSpPr>
        <p:spPr/>
        <p:txBody>
          <a:bodyPr/>
          <a:lstStyle/>
          <a:p>
            <a:r>
              <a:rPr lang="en-US"/>
              <a:t>Lec: Engr. Muhammad Ismail CS Dept: Sukkur IBA University Fall 2026</a:t>
            </a:r>
          </a:p>
        </p:txBody>
      </p:sp>
      <p:sp>
        <p:nvSpPr>
          <p:cNvPr id="6" name="Slide Number Placeholder 5">
            <a:extLst>
              <a:ext uri="{FF2B5EF4-FFF2-40B4-BE49-F238E27FC236}">
                <a16:creationId xmlns:a16="http://schemas.microsoft.com/office/drawing/2014/main" id="{DD16CF62-2718-55E4-E4FE-EF598102885D}"/>
              </a:ext>
            </a:extLst>
          </p:cNvPr>
          <p:cNvSpPr>
            <a:spLocks noGrp="1"/>
          </p:cNvSpPr>
          <p:nvPr>
            <p:ph type="sldNum" sz="quarter" idx="12"/>
          </p:nvPr>
        </p:nvSpPr>
        <p:spPr/>
        <p:txBody>
          <a:bodyPr/>
          <a:lstStyle/>
          <a:p>
            <a:fld id="{FFE5CEB7-2A15-4D32-876E-AD9AEE3F0429}" type="slidenum">
              <a:rPr lang="en-US" smtClean="0"/>
              <a:t>‹#›</a:t>
            </a:fld>
            <a:endParaRPr lang="en-US"/>
          </a:p>
        </p:txBody>
      </p:sp>
    </p:spTree>
    <p:extLst>
      <p:ext uri="{BB962C8B-B14F-4D97-AF65-F5344CB8AC3E}">
        <p14:creationId xmlns:p14="http://schemas.microsoft.com/office/powerpoint/2010/main" val="1783495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AD501-3ED5-A52D-2E61-9267052D07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B852A5-16B2-A202-46AF-238D5C0DA5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8A95EAB-83AD-8806-94D2-EA158F2A164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07BA75-A22C-E9F1-C61B-103A623099E4}"/>
              </a:ext>
            </a:extLst>
          </p:cNvPr>
          <p:cNvSpPr>
            <a:spLocks noGrp="1"/>
          </p:cNvSpPr>
          <p:nvPr>
            <p:ph type="dt" sz="half" idx="10"/>
          </p:nvPr>
        </p:nvSpPr>
        <p:spPr/>
        <p:txBody>
          <a:bodyPr/>
          <a:lstStyle/>
          <a:p>
            <a:fld id="{A0D17C2E-03FB-4091-A433-B780C9F1A380}" type="datetime1">
              <a:rPr lang="en-US" smtClean="0"/>
              <a:t>9/20/2026</a:t>
            </a:fld>
            <a:endParaRPr lang="en-US"/>
          </a:p>
        </p:txBody>
      </p:sp>
      <p:sp>
        <p:nvSpPr>
          <p:cNvPr id="6" name="Footer Placeholder 5">
            <a:extLst>
              <a:ext uri="{FF2B5EF4-FFF2-40B4-BE49-F238E27FC236}">
                <a16:creationId xmlns:a16="http://schemas.microsoft.com/office/drawing/2014/main" id="{A3FE0CC0-86FE-A4AB-FD88-0172B83C08D7}"/>
              </a:ext>
            </a:extLst>
          </p:cNvPr>
          <p:cNvSpPr>
            <a:spLocks noGrp="1"/>
          </p:cNvSpPr>
          <p:nvPr>
            <p:ph type="ftr" sz="quarter" idx="11"/>
          </p:nvPr>
        </p:nvSpPr>
        <p:spPr/>
        <p:txBody>
          <a:bodyPr/>
          <a:lstStyle/>
          <a:p>
            <a:r>
              <a:rPr lang="en-US"/>
              <a:t>Lec: Engr. Muhammad Ismail CS Dept: Sukkur IBA University Fall 2026</a:t>
            </a:r>
          </a:p>
        </p:txBody>
      </p:sp>
      <p:sp>
        <p:nvSpPr>
          <p:cNvPr id="7" name="Slide Number Placeholder 6">
            <a:extLst>
              <a:ext uri="{FF2B5EF4-FFF2-40B4-BE49-F238E27FC236}">
                <a16:creationId xmlns:a16="http://schemas.microsoft.com/office/drawing/2014/main" id="{A51F4C53-2919-BB2B-EE89-556EA13468F2}"/>
              </a:ext>
            </a:extLst>
          </p:cNvPr>
          <p:cNvSpPr>
            <a:spLocks noGrp="1"/>
          </p:cNvSpPr>
          <p:nvPr>
            <p:ph type="sldNum" sz="quarter" idx="12"/>
          </p:nvPr>
        </p:nvSpPr>
        <p:spPr/>
        <p:txBody>
          <a:bodyPr/>
          <a:lstStyle/>
          <a:p>
            <a:fld id="{FFE5CEB7-2A15-4D32-876E-AD9AEE3F0429}" type="slidenum">
              <a:rPr lang="en-US" smtClean="0"/>
              <a:t>‹#›</a:t>
            </a:fld>
            <a:endParaRPr lang="en-US"/>
          </a:p>
        </p:txBody>
      </p:sp>
    </p:spTree>
    <p:extLst>
      <p:ext uri="{BB962C8B-B14F-4D97-AF65-F5344CB8AC3E}">
        <p14:creationId xmlns:p14="http://schemas.microsoft.com/office/powerpoint/2010/main" val="31733920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2882B-ED68-4101-9B59-4D0C13662BB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86492C3-6ACE-47EE-9FE8-515D47077E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2092D89-18CE-C0A0-BB1F-8B948132FC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0B9BA63-9600-9B55-CC48-108B2A0C48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D8C1EF-B694-8DDA-0A7B-A32CA588DC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90E752B-1932-1D45-8F48-569832C21635}"/>
              </a:ext>
            </a:extLst>
          </p:cNvPr>
          <p:cNvSpPr>
            <a:spLocks noGrp="1"/>
          </p:cNvSpPr>
          <p:nvPr>
            <p:ph type="dt" sz="half" idx="10"/>
          </p:nvPr>
        </p:nvSpPr>
        <p:spPr/>
        <p:txBody>
          <a:bodyPr/>
          <a:lstStyle/>
          <a:p>
            <a:fld id="{B291094E-DAA1-4CF8-B332-B75AD118D948}" type="datetime1">
              <a:rPr lang="en-US" smtClean="0"/>
              <a:t>9/20/2026</a:t>
            </a:fld>
            <a:endParaRPr lang="en-US"/>
          </a:p>
        </p:txBody>
      </p:sp>
      <p:sp>
        <p:nvSpPr>
          <p:cNvPr id="8" name="Footer Placeholder 7">
            <a:extLst>
              <a:ext uri="{FF2B5EF4-FFF2-40B4-BE49-F238E27FC236}">
                <a16:creationId xmlns:a16="http://schemas.microsoft.com/office/drawing/2014/main" id="{BD316DD6-AFE4-9270-2DB0-800549994BAE}"/>
              </a:ext>
            </a:extLst>
          </p:cNvPr>
          <p:cNvSpPr>
            <a:spLocks noGrp="1"/>
          </p:cNvSpPr>
          <p:nvPr>
            <p:ph type="ftr" sz="quarter" idx="11"/>
          </p:nvPr>
        </p:nvSpPr>
        <p:spPr/>
        <p:txBody>
          <a:bodyPr/>
          <a:lstStyle/>
          <a:p>
            <a:r>
              <a:rPr lang="en-US"/>
              <a:t>Lec: Engr. Muhammad Ismail CS Dept: Sukkur IBA University Fall 2026</a:t>
            </a:r>
          </a:p>
        </p:txBody>
      </p:sp>
      <p:sp>
        <p:nvSpPr>
          <p:cNvPr id="9" name="Slide Number Placeholder 8">
            <a:extLst>
              <a:ext uri="{FF2B5EF4-FFF2-40B4-BE49-F238E27FC236}">
                <a16:creationId xmlns:a16="http://schemas.microsoft.com/office/drawing/2014/main" id="{1F456B4F-251C-CF69-F632-F17EE4EA3F89}"/>
              </a:ext>
            </a:extLst>
          </p:cNvPr>
          <p:cNvSpPr>
            <a:spLocks noGrp="1"/>
          </p:cNvSpPr>
          <p:nvPr>
            <p:ph type="sldNum" sz="quarter" idx="12"/>
          </p:nvPr>
        </p:nvSpPr>
        <p:spPr/>
        <p:txBody>
          <a:bodyPr/>
          <a:lstStyle/>
          <a:p>
            <a:fld id="{FFE5CEB7-2A15-4D32-876E-AD9AEE3F0429}" type="slidenum">
              <a:rPr lang="en-US" smtClean="0"/>
              <a:t>‹#›</a:t>
            </a:fld>
            <a:endParaRPr lang="en-US"/>
          </a:p>
        </p:txBody>
      </p:sp>
    </p:spTree>
    <p:extLst>
      <p:ext uri="{BB962C8B-B14F-4D97-AF65-F5344CB8AC3E}">
        <p14:creationId xmlns:p14="http://schemas.microsoft.com/office/powerpoint/2010/main" val="17225929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484E0-D885-CA0B-E845-D53832D0F8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6FBA2B2-AAE1-D95B-6F78-023F0F90AE4A}"/>
              </a:ext>
            </a:extLst>
          </p:cNvPr>
          <p:cNvSpPr>
            <a:spLocks noGrp="1"/>
          </p:cNvSpPr>
          <p:nvPr>
            <p:ph type="dt" sz="half" idx="10"/>
          </p:nvPr>
        </p:nvSpPr>
        <p:spPr/>
        <p:txBody>
          <a:bodyPr/>
          <a:lstStyle/>
          <a:p>
            <a:fld id="{F8599347-9B61-491F-AD9B-B8BD4158D79F}" type="datetime1">
              <a:rPr lang="en-US" smtClean="0"/>
              <a:t>9/20/2026</a:t>
            </a:fld>
            <a:endParaRPr lang="en-US"/>
          </a:p>
        </p:txBody>
      </p:sp>
      <p:sp>
        <p:nvSpPr>
          <p:cNvPr id="4" name="Footer Placeholder 3">
            <a:extLst>
              <a:ext uri="{FF2B5EF4-FFF2-40B4-BE49-F238E27FC236}">
                <a16:creationId xmlns:a16="http://schemas.microsoft.com/office/drawing/2014/main" id="{DD7CF0F2-A1D3-E3F7-6897-A10974CC7622}"/>
              </a:ext>
            </a:extLst>
          </p:cNvPr>
          <p:cNvSpPr>
            <a:spLocks noGrp="1"/>
          </p:cNvSpPr>
          <p:nvPr>
            <p:ph type="ftr" sz="quarter" idx="11"/>
          </p:nvPr>
        </p:nvSpPr>
        <p:spPr/>
        <p:txBody>
          <a:bodyPr/>
          <a:lstStyle/>
          <a:p>
            <a:r>
              <a:rPr lang="en-US"/>
              <a:t>Lec: Engr. Muhammad Ismail CS Dept: Sukkur IBA University Fall 2026</a:t>
            </a:r>
          </a:p>
        </p:txBody>
      </p:sp>
      <p:sp>
        <p:nvSpPr>
          <p:cNvPr id="5" name="Slide Number Placeholder 4">
            <a:extLst>
              <a:ext uri="{FF2B5EF4-FFF2-40B4-BE49-F238E27FC236}">
                <a16:creationId xmlns:a16="http://schemas.microsoft.com/office/drawing/2014/main" id="{B1B36561-F438-0BCE-C75A-20D42B9D6D5A}"/>
              </a:ext>
            </a:extLst>
          </p:cNvPr>
          <p:cNvSpPr>
            <a:spLocks noGrp="1"/>
          </p:cNvSpPr>
          <p:nvPr>
            <p:ph type="sldNum" sz="quarter" idx="12"/>
          </p:nvPr>
        </p:nvSpPr>
        <p:spPr/>
        <p:txBody>
          <a:bodyPr/>
          <a:lstStyle/>
          <a:p>
            <a:fld id="{FFE5CEB7-2A15-4D32-876E-AD9AEE3F0429}" type="slidenum">
              <a:rPr lang="en-US" smtClean="0"/>
              <a:t>‹#›</a:t>
            </a:fld>
            <a:endParaRPr lang="en-US"/>
          </a:p>
        </p:txBody>
      </p:sp>
    </p:spTree>
    <p:extLst>
      <p:ext uri="{BB962C8B-B14F-4D97-AF65-F5344CB8AC3E}">
        <p14:creationId xmlns:p14="http://schemas.microsoft.com/office/powerpoint/2010/main" val="3077885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F1260D-365A-9318-A08C-7A150AF25313}"/>
              </a:ext>
            </a:extLst>
          </p:cNvPr>
          <p:cNvSpPr>
            <a:spLocks noGrp="1"/>
          </p:cNvSpPr>
          <p:nvPr>
            <p:ph type="dt" sz="half" idx="10"/>
          </p:nvPr>
        </p:nvSpPr>
        <p:spPr/>
        <p:txBody>
          <a:bodyPr/>
          <a:lstStyle/>
          <a:p>
            <a:fld id="{7B0937A4-10E1-434D-B235-D701D8960BC7}" type="datetime1">
              <a:rPr lang="en-US" smtClean="0"/>
              <a:t>9/20/2026</a:t>
            </a:fld>
            <a:endParaRPr lang="en-US"/>
          </a:p>
        </p:txBody>
      </p:sp>
      <p:sp>
        <p:nvSpPr>
          <p:cNvPr id="3" name="Footer Placeholder 2">
            <a:extLst>
              <a:ext uri="{FF2B5EF4-FFF2-40B4-BE49-F238E27FC236}">
                <a16:creationId xmlns:a16="http://schemas.microsoft.com/office/drawing/2014/main" id="{01E5EDC5-E6A1-1082-4AC0-55E267E7FB55}"/>
              </a:ext>
            </a:extLst>
          </p:cNvPr>
          <p:cNvSpPr>
            <a:spLocks noGrp="1"/>
          </p:cNvSpPr>
          <p:nvPr>
            <p:ph type="ftr" sz="quarter" idx="11"/>
          </p:nvPr>
        </p:nvSpPr>
        <p:spPr/>
        <p:txBody>
          <a:bodyPr/>
          <a:lstStyle/>
          <a:p>
            <a:r>
              <a:rPr lang="en-US"/>
              <a:t>Lec: Engr. Muhammad Ismail CS Dept: Sukkur IBA University Fall 2026</a:t>
            </a:r>
          </a:p>
        </p:txBody>
      </p:sp>
      <p:sp>
        <p:nvSpPr>
          <p:cNvPr id="4" name="Slide Number Placeholder 3">
            <a:extLst>
              <a:ext uri="{FF2B5EF4-FFF2-40B4-BE49-F238E27FC236}">
                <a16:creationId xmlns:a16="http://schemas.microsoft.com/office/drawing/2014/main" id="{903C903E-4BD5-CA2A-BD0C-A96061EA9DBD}"/>
              </a:ext>
            </a:extLst>
          </p:cNvPr>
          <p:cNvSpPr>
            <a:spLocks noGrp="1"/>
          </p:cNvSpPr>
          <p:nvPr>
            <p:ph type="sldNum" sz="quarter" idx="12"/>
          </p:nvPr>
        </p:nvSpPr>
        <p:spPr/>
        <p:txBody>
          <a:bodyPr/>
          <a:lstStyle/>
          <a:p>
            <a:fld id="{FFE5CEB7-2A15-4D32-876E-AD9AEE3F0429}" type="slidenum">
              <a:rPr lang="en-US" smtClean="0"/>
              <a:t>‹#›</a:t>
            </a:fld>
            <a:endParaRPr lang="en-US"/>
          </a:p>
        </p:txBody>
      </p:sp>
    </p:spTree>
    <p:extLst>
      <p:ext uri="{BB962C8B-B14F-4D97-AF65-F5344CB8AC3E}">
        <p14:creationId xmlns:p14="http://schemas.microsoft.com/office/powerpoint/2010/main" val="114801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3FD43-957E-D89A-4776-910F873506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518EEE3-FD2E-E7EA-3893-B6C6542DC1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1244113-FA71-8870-8B7E-07F150366D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4C2B6D-4863-08C8-9191-35EB5B82C14D}"/>
              </a:ext>
            </a:extLst>
          </p:cNvPr>
          <p:cNvSpPr>
            <a:spLocks noGrp="1"/>
          </p:cNvSpPr>
          <p:nvPr>
            <p:ph type="dt" sz="half" idx="10"/>
          </p:nvPr>
        </p:nvSpPr>
        <p:spPr/>
        <p:txBody>
          <a:bodyPr/>
          <a:lstStyle/>
          <a:p>
            <a:fld id="{BD26B7DF-D7C6-4E88-99C0-FA0B1CD5F72A}" type="datetime1">
              <a:rPr lang="en-US" smtClean="0"/>
              <a:t>9/20/2026</a:t>
            </a:fld>
            <a:endParaRPr lang="en-US"/>
          </a:p>
        </p:txBody>
      </p:sp>
      <p:sp>
        <p:nvSpPr>
          <p:cNvPr id="6" name="Footer Placeholder 5">
            <a:extLst>
              <a:ext uri="{FF2B5EF4-FFF2-40B4-BE49-F238E27FC236}">
                <a16:creationId xmlns:a16="http://schemas.microsoft.com/office/drawing/2014/main" id="{8EE14FD8-EDDB-39A0-3B92-16284C9C536D}"/>
              </a:ext>
            </a:extLst>
          </p:cNvPr>
          <p:cNvSpPr>
            <a:spLocks noGrp="1"/>
          </p:cNvSpPr>
          <p:nvPr>
            <p:ph type="ftr" sz="quarter" idx="11"/>
          </p:nvPr>
        </p:nvSpPr>
        <p:spPr/>
        <p:txBody>
          <a:bodyPr/>
          <a:lstStyle/>
          <a:p>
            <a:r>
              <a:rPr lang="en-US"/>
              <a:t>Lec: Engr. Muhammad Ismail CS Dept: Sukkur IBA University Fall 2026</a:t>
            </a:r>
          </a:p>
        </p:txBody>
      </p:sp>
      <p:sp>
        <p:nvSpPr>
          <p:cNvPr id="7" name="Slide Number Placeholder 6">
            <a:extLst>
              <a:ext uri="{FF2B5EF4-FFF2-40B4-BE49-F238E27FC236}">
                <a16:creationId xmlns:a16="http://schemas.microsoft.com/office/drawing/2014/main" id="{3771811A-6398-F041-4535-7D77ECCCCBC6}"/>
              </a:ext>
            </a:extLst>
          </p:cNvPr>
          <p:cNvSpPr>
            <a:spLocks noGrp="1"/>
          </p:cNvSpPr>
          <p:nvPr>
            <p:ph type="sldNum" sz="quarter" idx="12"/>
          </p:nvPr>
        </p:nvSpPr>
        <p:spPr/>
        <p:txBody>
          <a:bodyPr/>
          <a:lstStyle/>
          <a:p>
            <a:fld id="{FFE5CEB7-2A15-4D32-876E-AD9AEE3F0429}" type="slidenum">
              <a:rPr lang="en-US" smtClean="0"/>
              <a:t>‹#›</a:t>
            </a:fld>
            <a:endParaRPr lang="en-US"/>
          </a:p>
        </p:txBody>
      </p:sp>
    </p:spTree>
    <p:extLst>
      <p:ext uri="{BB962C8B-B14F-4D97-AF65-F5344CB8AC3E}">
        <p14:creationId xmlns:p14="http://schemas.microsoft.com/office/powerpoint/2010/main" val="1478349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78AF4-D701-BF00-B064-4A02EC0259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2D04274-AAAD-41CD-62B1-3237BEBAF5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23B77A2-B537-8CAD-1DA7-07ABE1AC9F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A8CF9E-49B4-69FD-20FB-BFA7365A9BD5}"/>
              </a:ext>
            </a:extLst>
          </p:cNvPr>
          <p:cNvSpPr>
            <a:spLocks noGrp="1"/>
          </p:cNvSpPr>
          <p:nvPr>
            <p:ph type="dt" sz="half" idx="10"/>
          </p:nvPr>
        </p:nvSpPr>
        <p:spPr/>
        <p:txBody>
          <a:bodyPr/>
          <a:lstStyle/>
          <a:p>
            <a:fld id="{F1B8C3A2-3372-4B6D-A6A2-A3B200EB9360}" type="datetime1">
              <a:rPr lang="en-US" smtClean="0"/>
              <a:t>9/20/2026</a:t>
            </a:fld>
            <a:endParaRPr lang="en-US"/>
          </a:p>
        </p:txBody>
      </p:sp>
      <p:sp>
        <p:nvSpPr>
          <p:cNvPr id="6" name="Footer Placeholder 5">
            <a:extLst>
              <a:ext uri="{FF2B5EF4-FFF2-40B4-BE49-F238E27FC236}">
                <a16:creationId xmlns:a16="http://schemas.microsoft.com/office/drawing/2014/main" id="{CBE30370-A633-5AD7-31DD-5982D6A10BBC}"/>
              </a:ext>
            </a:extLst>
          </p:cNvPr>
          <p:cNvSpPr>
            <a:spLocks noGrp="1"/>
          </p:cNvSpPr>
          <p:nvPr>
            <p:ph type="ftr" sz="quarter" idx="11"/>
          </p:nvPr>
        </p:nvSpPr>
        <p:spPr/>
        <p:txBody>
          <a:bodyPr/>
          <a:lstStyle/>
          <a:p>
            <a:r>
              <a:rPr lang="en-US"/>
              <a:t>Lec: Engr. Muhammad Ismail CS Dept: Sukkur IBA University Fall 2026</a:t>
            </a:r>
          </a:p>
        </p:txBody>
      </p:sp>
      <p:sp>
        <p:nvSpPr>
          <p:cNvPr id="7" name="Slide Number Placeholder 6">
            <a:extLst>
              <a:ext uri="{FF2B5EF4-FFF2-40B4-BE49-F238E27FC236}">
                <a16:creationId xmlns:a16="http://schemas.microsoft.com/office/drawing/2014/main" id="{019C5C8A-D26F-2F89-D390-145BCC2C1342}"/>
              </a:ext>
            </a:extLst>
          </p:cNvPr>
          <p:cNvSpPr>
            <a:spLocks noGrp="1"/>
          </p:cNvSpPr>
          <p:nvPr>
            <p:ph type="sldNum" sz="quarter" idx="12"/>
          </p:nvPr>
        </p:nvSpPr>
        <p:spPr/>
        <p:txBody>
          <a:bodyPr/>
          <a:lstStyle/>
          <a:p>
            <a:fld id="{FFE5CEB7-2A15-4D32-876E-AD9AEE3F0429}" type="slidenum">
              <a:rPr lang="en-US" smtClean="0"/>
              <a:t>‹#›</a:t>
            </a:fld>
            <a:endParaRPr lang="en-US"/>
          </a:p>
        </p:txBody>
      </p:sp>
    </p:spTree>
    <p:extLst>
      <p:ext uri="{BB962C8B-B14F-4D97-AF65-F5344CB8AC3E}">
        <p14:creationId xmlns:p14="http://schemas.microsoft.com/office/powerpoint/2010/main" val="2186713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AB5D9-23CE-8306-6983-F05C54AB169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9B921D4-2A0E-4629-B55E-3D77486E991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01F37E-E945-2DAB-BB69-D5C81DF2D929}"/>
              </a:ext>
            </a:extLst>
          </p:cNvPr>
          <p:cNvSpPr>
            <a:spLocks noGrp="1"/>
          </p:cNvSpPr>
          <p:nvPr>
            <p:ph type="dt" sz="half" idx="10"/>
          </p:nvPr>
        </p:nvSpPr>
        <p:spPr/>
        <p:txBody>
          <a:bodyPr/>
          <a:lstStyle/>
          <a:p>
            <a:fld id="{47D3837F-C08A-4CAD-B0F1-E4CBAE1C6356}" type="datetime1">
              <a:rPr lang="en-US" smtClean="0"/>
              <a:t>9/20/2026</a:t>
            </a:fld>
            <a:endParaRPr lang="en-US"/>
          </a:p>
        </p:txBody>
      </p:sp>
      <p:sp>
        <p:nvSpPr>
          <p:cNvPr id="5" name="Footer Placeholder 4">
            <a:extLst>
              <a:ext uri="{FF2B5EF4-FFF2-40B4-BE49-F238E27FC236}">
                <a16:creationId xmlns:a16="http://schemas.microsoft.com/office/drawing/2014/main" id="{AE2BB7B6-866C-63F7-0869-97F5A9611C88}"/>
              </a:ext>
            </a:extLst>
          </p:cNvPr>
          <p:cNvSpPr>
            <a:spLocks noGrp="1"/>
          </p:cNvSpPr>
          <p:nvPr>
            <p:ph type="ftr" sz="quarter" idx="11"/>
          </p:nvPr>
        </p:nvSpPr>
        <p:spPr/>
        <p:txBody>
          <a:bodyPr/>
          <a:lstStyle/>
          <a:p>
            <a:r>
              <a:rPr lang="en-US"/>
              <a:t>Lec: Engr. Muhammad Ismail CS Dept: Sukkur IBA University Fall 2026</a:t>
            </a:r>
          </a:p>
        </p:txBody>
      </p:sp>
      <p:sp>
        <p:nvSpPr>
          <p:cNvPr id="6" name="Slide Number Placeholder 5">
            <a:extLst>
              <a:ext uri="{FF2B5EF4-FFF2-40B4-BE49-F238E27FC236}">
                <a16:creationId xmlns:a16="http://schemas.microsoft.com/office/drawing/2014/main" id="{9C0E2CD4-AADC-1CA2-C70D-3919215CFC6C}"/>
              </a:ext>
            </a:extLst>
          </p:cNvPr>
          <p:cNvSpPr>
            <a:spLocks noGrp="1"/>
          </p:cNvSpPr>
          <p:nvPr>
            <p:ph type="sldNum" sz="quarter" idx="12"/>
          </p:nvPr>
        </p:nvSpPr>
        <p:spPr/>
        <p:txBody>
          <a:bodyPr/>
          <a:lstStyle/>
          <a:p>
            <a:fld id="{FFE5CEB7-2A15-4D32-876E-AD9AEE3F0429}" type="slidenum">
              <a:rPr lang="en-US" smtClean="0"/>
              <a:t>‹#›</a:t>
            </a:fld>
            <a:endParaRPr lang="en-US"/>
          </a:p>
        </p:txBody>
      </p:sp>
    </p:spTree>
    <p:extLst>
      <p:ext uri="{BB962C8B-B14F-4D97-AF65-F5344CB8AC3E}">
        <p14:creationId xmlns:p14="http://schemas.microsoft.com/office/powerpoint/2010/main" val="36800704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7B7C6D-3905-0F80-5149-6FB014BD32E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9592E1D-1408-3DA8-7CE4-9D1778E8DF4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9B9E53-2289-9C36-973A-A887D3920740}"/>
              </a:ext>
            </a:extLst>
          </p:cNvPr>
          <p:cNvSpPr>
            <a:spLocks noGrp="1"/>
          </p:cNvSpPr>
          <p:nvPr>
            <p:ph type="dt" sz="half" idx="10"/>
          </p:nvPr>
        </p:nvSpPr>
        <p:spPr/>
        <p:txBody>
          <a:bodyPr/>
          <a:lstStyle/>
          <a:p>
            <a:fld id="{3CA0E7FD-0AB9-466C-A43F-F44C9D0AD11F}" type="datetime1">
              <a:rPr lang="en-US" smtClean="0"/>
              <a:t>9/20/2026</a:t>
            </a:fld>
            <a:endParaRPr lang="en-US"/>
          </a:p>
        </p:txBody>
      </p:sp>
      <p:sp>
        <p:nvSpPr>
          <p:cNvPr id="5" name="Footer Placeholder 4">
            <a:extLst>
              <a:ext uri="{FF2B5EF4-FFF2-40B4-BE49-F238E27FC236}">
                <a16:creationId xmlns:a16="http://schemas.microsoft.com/office/drawing/2014/main" id="{24454B09-7CBD-16D2-05A8-641B5F301184}"/>
              </a:ext>
            </a:extLst>
          </p:cNvPr>
          <p:cNvSpPr>
            <a:spLocks noGrp="1"/>
          </p:cNvSpPr>
          <p:nvPr>
            <p:ph type="ftr" sz="quarter" idx="11"/>
          </p:nvPr>
        </p:nvSpPr>
        <p:spPr/>
        <p:txBody>
          <a:bodyPr/>
          <a:lstStyle/>
          <a:p>
            <a:r>
              <a:rPr lang="en-US"/>
              <a:t>Lec: Engr. Muhammad Ismail CS Dept: Sukkur IBA University Fall 2026</a:t>
            </a:r>
          </a:p>
        </p:txBody>
      </p:sp>
      <p:sp>
        <p:nvSpPr>
          <p:cNvPr id="6" name="Slide Number Placeholder 5">
            <a:extLst>
              <a:ext uri="{FF2B5EF4-FFF2-40B4-BE49-F238E27FC236}">
                <a16:creationId xmlns:a16="http://schemas.microsoft.com/office/drawing/2014/main" id="{9D4ACA72-BAF4-26FF-D8EF-447977295B26}"/>
              </a:ext>
            </a:extLst>
          </p:cNvPr>
          <p:cNvSpPr>
            <a:spLocks noGrp="1"/>
          </p:cNvSpPr>
          <p:nvPr>
            <p:ph type="sldNum" sz="quarter" idx="12"/>
          </p:nvPr>
        </p:nvSpPr>
        <p:spPr/>
        <p:txBody>
          <a:bodyPr/>
          <a:lstStyle/>
          <a:p>
            <a:fld id="{FFE5CEB7-2A15-4D32-876E-AD9AEE3F0429}" type="slidenum">
              <a:rPr lang="en-US" smtClean="0"/>
              <a:t>‹#›</a:t>
            </a:fld>
            <a:endParaRPr lang="en-US"/>
          </a:p>
        </p:txBody>
      </p:sp>
    </p:spTree>
    <p:extLst>
      <p:ext uri="{BB962C8B-B14F-4D97-AF65-F5344CB8AC3E}">
        <p14:creationId xmlns:p14="http://schemas.microsoft.com/office/powerpoint/2010/main" val="20765562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C62C5B-AA98-31C1-DC92-C537DB3C3F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479A363-AB92-C1F7-3CB9-EF26C0FB22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376DEB-008C-460C-ED52-D861CF66AD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6E7EE4-9839-45B7-A256-806FEAB67E8B}" type="datetime1">
              <a:rPr lang="en-US" smtClean="0"/>
              <a:t>9/20/2026</a:t>
            </a:fld>
            <a:endParaRPr lang="en-US"/>
          </a:p>
        </p:txBody>
      </p:sp>
      <p:sp>
        <p:nvSpPr>
          <p:cNvPr id="5" name="Footer Placeholder 4">
            <a:extLst>
              <a:ext uri="{FF2B5EF4-FFF2-40B4-BE49-F238E27FC236}">
                <a16:creationId xmlns:a16="http://schemas.microsoft.com/office/drawing/2014/main" id="{EC8D121A-A9D1-EB2D-FDE0-BFAF46B55E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Lec: Engr. Muhammad Ismail CS Dept: Sukkur IBA University Fall 2026</a:t>
            </a:r>
          </a:p>
        </p:txBody>
      </p:sp>
      <p:sp>
        <p:nvSpPr>
          <p:cNvPr id="6" name="Slide Number Placeholder 5">
            <a:extLst>
              <a:ext uri="{FF2B5EF4-FFF2-40B4-BE49-F238E27FC236}">
                <a16:creationId xmlns:a16="http://schemas.microsoft.com/office/drawing/2014/main" id="{BFA6224B-D71C-37F8-1DE2-3C3B6B88C8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FE5CEB7-2A15-4D32-876E-AD9AEE3F0429}" type="slidenum">
              <a:rPr lang="en-US" smtClean="0"/>
              <a:t>‹#›</a:t>
            </a:fld>
            <a:endParaRPr lang="en-US"/>
          </a:p>
        </p:txBody>
      </p:sp>
    </p:spTree>
    <p:extLst>
      <p:ext uri="{BB962C8B-B14F-4D97-AF65-F5344CB8AC3E}">
        <p14:creationId xmlns:p14="http://schemas.microsoft.com/office/powerpoint/2010/main" val="27990993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scikit-learn.org/stable/modules/tree.html#tree-regression" TargetMode="External"/><Relationship Id="rId2" Type="http://schemas.openxmlformats.org/officeDocument/2006/relationships/hyperlink" Target="https://scikit-learn.org/stable/modules/tree.html#tree-classification"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hyperlink" Target="https://en.wikipedia.org/wiki/Naive_Bayes_classifier"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8" Type="http://schemas.openxmlformats.org/officeDocument/2006/relationships/hyperlink" Target="https://medium.com/@abhishekmishraai/what-is-naive-bayes-classification-and-gaussian-naive-bayes-64d09407535e" TargetMode="External"/><Relationship Id="rId3" Type="http://schemas.openxmlformats.org/officeDocument/2006/relationships/hyperlink" Target="https://www.youtube.com/watch?v=u5jRUg10bpw&amp;t=22" TargetMode="External"/><Relationship Id="rId7" Type="http://schemas.openxmlformats.org/officeDocument/2006/relationships/hyperlink" Target="https://www.geeksforgeeks.org/machine-learning/gaussian-naive-bayes-using-sklearn/" TargetMode="External"/><Relationship Id="rId2" Type="http://schemas.openxmlformats.org/officeDocument/2006/relationships/hyperlink" Target="https://en.wikipedia.org/wiki/Bayes%27_theorem" TargetMode="External"/><Relationship Id="rId1" Type="http://schemas.openxmlformats.org/officeDocument/2006/relationships/slideLayout" Target="../slideLayouts/slideLayout2.xml"/><Relationship Id="rId6" Type="http://schemas.openxmlformats.org/officeDocument/2006/relationships/hyperlink" Target="https://www.cs.cornell.edu/courses/cs4780/2018fa/lectures/lecturenote05.html" TargetMode="External"/><Relationship Id="rId5" Type="http://schemas.openxmlformats.org/officeDocument/2006/relationships/hyperlink" Target="https://scikit-learn.org/stable/modules/naive_bayes.html" TargetMode="External"/><Relationship Id="rId4" Type="http://schemas.openxmlformats.org/officeDocument/2006/relationships/hyperlink" Target="https://nerchukoacademy.graphy.com/blog/naive-bayes-classifier-explained-part-2" TargetMode="External"/></Relationships>
</file>

<file path=ppt/slides/_rels/slide6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0020F-E37E-DDFC-9C9A-314D013CF886}"/>
              </a:ext>
            </a:extLst>
          </p:cNvPr>
          <p:cNvSpPr>
            <a:spLocks noGrp="1"/>
          </p:cNvSpPr>
          <p:nvPr>
            <p:ph type="ctrTitle"/>
          </p:nvPr>
        </p:nvSpPr>
        <p:spPr/>
        <p:txBody>
          <a:bodyPr/>
          <a:lstStyle/>
          <a:p>
            <a:r>
              <a:rPr lang="en-US" dirty="0"/>
              <a:t>Machine Learning</a:t>
            </a:r>
          </a:p>
        </p:txBody>
      </p:sp>
      <p:sp>
        <p:nvSpPr>
          <p:cNvPr id="3" name="Subtitle 2">
            <a:extLst>
              <a:ext uri="{FF2B5EF4-FFF2-40B4-BE49-F238E27FC236}">
                <a16:creationId xmlns:a16="http://schemas.microsoft.com/office/drawing/2014/main" id="{5E539DD4-0032-9DC3-C9A0-950B77065BEF}"/>
              </a:ext>
            </a:extLst>
          </p:cNvPr>
          <p:cNvSpPr>
            <a:spLocks noGrp="1"/>
          </p:cNvSpPr>
          <p:nvPr>
            <p:ph type="subTitle" idx="1"/>
          </p:nvPr>
        </p:nvSpPr>
        <p:spPr/>
        <p:txBody>
          <a:bodyPr>
            <a:normAutofit fontScale="77500" lnSpcReduction="20000"/>
          </a:bodyPr>
          <a:lstStyle/>
          <a:p>
            <a:r>
              <a:rPr lang="en-US" dirty="0"/>
              <a:t>Machine Learning</a:t>
            </a:r>
          </a:p>
          <a:p>
            <a:r>
              <a:rPr lang="en-US" dirty="0"/>
              <a:t>Lecturer: Engr. Muhammad Ismail </a:t>
            </a:r>
          </a:p>
          <a:p>
            <a:r>
              <a:rPr lang="en-US" dirty="0"/>
              <a:t>CS Department Sukkur  IBA University</a:t>
            </a:r>
          </a:p>
          <a:p>
            <a:r>
              <a:rPr lang="en-US" dirty="0"/>
              <a:t>Undergraduate (Fall 2026)</a:t>
            </a:r>
          </a:p>
          <a:p>
            <a:r>
              <a:rPr lang="en-US" dirty="0"/>
              <a:t>Semester: V</a:t>
            </a:r>
          </a:p>
          <a:p>
            <a:endParaRPr lang="en-US" dirty="0"/>
          </a:p>
          <a:p>
            <a:endParaRPr lang="en-US" dirty="0"/>
          </a:p>
        </p:txBody>
      </p:sp>
      <p:sp>
        <p:nvSpPr>
          <p:cNvPr id="4" name="Date Placeholder 3">
            <a:extLst>
              <a:ext uri="{FF2B5EF4-FFF2-40B4-BE49-F238E27FC236}">
                <a16:creationId xmlns:a16="http://schemas.microsoft.com/office/drawing/2014/main" id="{4D8EF6B8-9F84-47C3-3E6D-325D15DAF8F5}"/>
              </a:ext>
            </a:extLst>
          </p:cNvPr>
          <p:cNvSpPr>
            <a:spLocks noGrp="1"/>
          </p:cNvSpPr>
          <p:nvPr>
            <p:ph type="dt" sz="half" idx="10"/>
          </p:nvPr>
        </p:nvSpPr>
        <p:spPr/>
        <p:txBody>
          <a:bodyPr/>
          <a:lstStyle/>
          <a:p>
            <a:fld id="{0A74BD33-E9DE-4986-9979-2B77006A33DF}" type="datetime1">
              <a:rPr lang="en-US" smtClean="0"/>
              <a:t>9/20/2026</a:t>
            </a:fld>
            <a:endParaRPr lang="en-US"/>
          </a:p>
        </p:txBody>
      </p:sp>
      <p:sp>
        <p:nvSpPr>
          <p:cNvPr id="5" name="Footer Placeholder 4">
            <a:extLst>
              <a:ext uri="{FF2B5EF4-FFF2-40B4-BE49-F238E27FC236}">
                <a16:creationId xmlns:a16="http://schemas.microsoft.com/office/drawing/2014/main" id="{347348B7-8E07-C5F7-CE17-32004941F6E0}"/>
              </a:ext>
            </a:extLst>
          </p:cNvPr>
          <p:cNvSpPr>
            <a:spLocks noGrp="1"/>
          </p:cNvSpPr>
          <p:nvPr>
            <p:ph type="ftr" sz="quarter" idx="11"/>
          </p:nvPr>
        </p:nvSpPr>
        <p:spPr/>
        <p:txBody>
          <a:bodyPr/>
          <a:lstStyle/>
          <a:p>
            <a:r>
              <a:rPr lang="en-US"/>
              <a:t>Lec: Engr. Muhammad Ismail CS Dept: Sukkur IBA University Fall 2026</a:t>
            </a:r>
          </a:p>
        </p:txBody>
      </p:sp>
      <p:sp>
        <p:nvSpPr>
          <p:cNvPr id="6" name="Slide Number Placeholder 5">
            <a:extLst>
              <a:ext uri="{FF2B5EF4-FFF2-40B4-BE49-F238E27FC236}">
                <a16:creationId xmlns:a16="http://schemas.microsoft.com/office/drawing/2014/main" id="{306C45F9-FEF8-029A-FDF7-C05BC4EC2302}"/>
              </a:ext>
            </a:extLst>
          </p:cNvPr>
          <p:cNvSpPr>
            <a:spLocks noGrp="1"/>
          </p:cNvSpPr>
          <p:nvPr>
            <p:ph type="sldNum" sz="quarter" idx="12"/>
          </p:nvPr>
        </p:nvSpPr>
        <p:spPr/>
        <p:txBody>
          <a:bodyPr/>
          <a:lstStyle/>
          <a:p>
            <a:fld id="{FFE5CEB7-2A15-4D32-876E-AD9AEE3F0429}" type="slidenum">
              <a:rPr lang="en-US" smtClean="0"/>
              <a:t>1</a:t>
            </a:fld>
            <a:endParaRPr lang="en-US"/>
          </a:p>
        </p:txBody>
      </p:sp>
    </p:spTree>
    <p:extLst>
      <p:ext uri="{BB962C8B-B14F-4D97-AF65-F5344CB8AC3E}">
        <p14:creationId xmlns:p14="http://schemas.microsoft.com/office/powerpoint/2010/main" val="2825725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AFBF47-2819-2D42-5BEC-78AF5BFC064C}"/>
              </a:ext>
            </a:extLst>
          </p:cNvPr>
          <p:cNvSpPr>
            <a:spLocks noGrp="1"/>
          </p:cNvSpPr>
          <p:nvPr>
            <p:ph idx="1"/>
          </p:nvPr>
        </p:nvSpPr>
        <p:spPr/>
        <p:txBody>
          <a:bodyPr/>
          <a:lstStyle/>
          <a:p>
            <a:r>
              <a:rPr lang="en-US" dirty="0"/>
              <a:t>Arthur Lee Samuel (1901–July 29, 1990)</a:t>
            </a:r>
          </a:p>
          <a:p>
            <a:pPr lvl="1"/>
            <a:r>
              <a:rPr lang="en-US" dirty="0"/>
              <a:t>a pioneer in artificial intelligence</a:t>
            </a:r>
          </a:p>
          <a:p>
            <a:pPr lvl="2"/>
            <a:r>
              <a:rPr lang="en-US" dirty="0"/>
              <a:t>earliest machine learning programs </a:t>
            </a:r>
          </a:p>
          <a:p>
            <a:pPr lvl="3"/>
            <a:r>
              <a:rPr lang="en-US" dirty="0"/>
              <a:t>through his work on a </a:t>
            </a:r>
          </a:p>
          <a:p>
            <a:pPr lvl="4"/>
            <a:r>
              <a:rPr lang="en-US" dirty="0"/>
              <a:t>self-improving checkers-playing system at IBM.</a:t>
            </a:r>
          </a:p>
          <a:p>
            <a:pPr lvl="1"/>
            <a:r>
              <a:rPr lang="en-US" dirty="0"/>
              <a:t> He called it:</a:t>
            </a:r>
          </a:p>
          <a:p>
            <a:pPr lvl="2"/>
            <a:r>
              <a:rPr lang="en-US" i="1" dirty="0"/>
              <a:t>“The field of study that gives computers the ability to learn without being explicitly programmed.”</a:t>
            </a:r>
          </a:p>
          <a:p>
            <a:pPr lvl="1"/>
            <a:r>
              <a:rPr lang="en-US" dirty="0"/>
              <a:t>As programmers, </a:t>
            </a:r>
          </a:p>
          <a:p>
            <a:pPr lvl="2"/>
            <a:r>
              <a:rPr lang="en-US" dirty="0"/>
              <a:t>we often approach problems in a methodical, logic-based way. </a:t>
            </a:r>
          </a:p>
          <a:p>
            <a:pPr lvl="3"/>
            <a:r>
              <a:rPr lang="en-US" dirty="0"/>
              <a:t>We try to determine what our desired outputs should be, and </a:t>
            </a:r>
          </a:p>
          <a:p>
            <a:pPr lvl="4"/>
            <a:r>
              <a:rPr lang="en-US" dirty="0"/>
              <a:t>then create the proper rules that will transform our inputs into those outputs.</a:t>
            </a:r>
          </a:p>
          <a:p>
            <a:pPr lvl="1"/>
            <a:r>
              <a:rPr lang="en-US" dirty="0"/>
              <a:t>Machine learning flips the script. </a:t>
            </a:r>
          </a:p>
          <a:p>
            <a:pPr lvl="2"/>
            <a:r>
              <a:rPr lang="en-US" dirty="0"/>
              <a:t>We want the program itself to learn the rules that </a:t>
            </a:r>
          </a:p>
          <a:p>
            <a:pPr lvl="3"/>
            <a:r>
              <a:rPr lang="en-US" dirty="0"/>
              <a:t>describe our data the best, by </a:t>
            </a:r>
          </a:p>
          <a:p>
            <a:pPr lvl="4"/>
            <a:r>
              <a:rPr lang="en-US" dirty="0"/>
              <a:t>finding patterns in what we know and applying those patterns to what we don’t know.</a:t>
            </a:r>
          </a:p>
        </p:txBody>
      </p:sp>
      <p:sp>
        <p:nvSpPr>
          <p:cNvPr id="3" name="Date Placeholder 2">
            <a:extLst>
              <a:ext uri="{FF2B5EF4-FFF2-40B4-BE49-F238E27FC236}">
                <a16:creationId xmlns:a16="http://schemas.microsoft.com/office/drawing/2014/main" id="{AE9ED628-FB95-6E7B-292A-572D112320E4}"/>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C9F6F5FC-22FE-0C1F-34AB-D0DD7B836813}"/>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5548437D-9EFD-7C77-5D79-52B2200966EF}"/>
              </a:ext>
            </a:extLst>
          </p:cNvPr>
          <p:cNvSpPr>
            <a:spLocks noGrp="1"/>
          </p:cNvSpPr>
          <p:nvPr>
            <p:ph type="sldNum" sz="quarter" idx="12"/>
          </p:nvPr>
        </p:nvSpPr>
        <p:spPr/>
        <p:txBody>
          <a:bodyPr/>
          <a:lstStyle/>
          <a:p>
            <a:fld id="{FFE5CEB7-2A15-4D32-876E-AD9AEE3F0429}" type="slidenum">
              <a:rPr lang="en-US" smtClean="0"/>
              <a:t>2</a:t>
            </a:fld>
            <a:endParaRPr lang="en-US"/>
          </a:p>
        </p:txBody>
      </p:sp>
    </p:spTree>
    <p:extLst>
      <p:ext uri="{BB962C8B-B14F-4D97-AF65-F5344CB8AC3E}">
        <p14:creationId xmlns:p14="http://schemas.microsoft.com/office/powerpoint/2010/main" val="3365002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1C51602-DCFC-A396-E645-7283A85E250F}"/>
              </a:ext>
            </a:extLst>
          </p:cNvPr>
          <p:cNvSpPr>
            <a:spLocks noGrp="1"/>
          </p:cNvSpPr>
          <p:nvPr>
            <p:ph idx="1"/>
          </p:nvPr>
        </p:nvSpPr>
        <p:spPr/>
        <p:txBody>
          <a:bodyPr/>
          <a:lstStyle/>
          <a:p>
            <a:r>
              <a:rPr lang="en-US" dirty="0"/>
              <a:t>These algorithms are </a:t>
            </a:r>
          </a:p>
          <a:p>
            <a:pPr lvl="1"/>
            <a:r>
              <a:rPr lang="en-US" dirty="0"/>
              <a:t>able to </a:t>
            </a:r>
            <a:r>
              <a:rPr lang="en-US" i="1" dirty="0"/>
              <a:t>learn</a:t>
            </a:r>
            <a:r>
              <a:rPr lang="en-US" dirty="0"/>
              <a:t>. </a:t>
            </a:r>
          </a:p>
          <a:p>
            <a:pPr lvl="2"/>
            <a:r>
              <a:rPr lang="en-US" dirty="0"/>
              <a:t>Their performance gets better and better with </a:t>
            </a:r>
          </a:p>
          <a:p>
            <a:pPr lvl="3"/>
            <a:r>
              <a:rPr lang="en-US" dirty="0"/>
              <a:t>each iteration, as it uncovers more hidden trends in the data</a:t>
            </a:r>
          </a:p>
          <a:p>
            <a:r>
              <a:rPr lang="en-US" dirty="0"/>
              <a:t>What is Machine Learning</a:t>
            </a:r>
          </a:p>
          <a:p>
            <a:pPr lvl="1"/>
            <a:r>
              <a:rPr lang="en-US" dirty="0"/>
              <a:t>Machine Learning (ML) is a branch of Artificial Intelligence (AI) </a:t>
            </a:r>
          </a:p>
          <a:p>
            <a:pPr lvl="2"/>
            <a:r>
              <a:rPr lang="en-US" dirty="0"/>
              <a:t>focused on building systems that </a:t>
            </a:r>
          </a:p>
          <a:p>
            <a:pPr lvl="2"/>
            <a:r>
              <a:rPr lang="en-US" dirty="0"/>
              <a:t>learn from data to make predictions or decisions </a:t>
            </a:r>
          </a:p>
          <a:p>
            <a:pPr lvl="3"/>
            <a:r>
              <a:rPr lang="en-US" dirty="0"/>
              <a:t>without being explicitly programmed.</a:t>
            </a:r>
          </a:p>
          <a:p>
            <a:pPr lvl="1"/>
            <a:endParaRPr lang="en-US" dirty="0"/>
          </a:p>
          <a:p>
            <a:pPr lvl="1"/>
            <a:endParaRPr lang="en-US" dirty="0"/>
          </a:p>
          <a:p>
            <a:pPr lvl="1"/>
            <a:endParaRPr lang="en-US" dirty="0"/>
          </a:p>
        </p:txBody>
      </p:sp>
      <p:sp>
        <p:nvSpPr>
          <p:cNvPr id="3" name="Date Placeholder 2">
            <a:extLst>
              <a:ext uri="{FF2B5EF4-FFF2-40B4-BE49-F238E27FC236}">
                <a16:creationId xmlns:a16="http://schemas.microsoft.com/office/drawing/2014/main" id="{10A2D9E5-C73C-7F20-9CB8-16CAF6D83807}"/>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7F4C7264-C530-F6AF-A13B-8CD93CE42FDF}"/>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BC4EA50B-58EE-7AAD-F7AD-4CB95F1C9E1C}"/>
              </a:ext>
            </a:extLst>
          </p:cNvPr>
          <p:cNvSpPr>
            <a:spLocks noGrp="1"/>
          </p:cNvSpPr>
          <p:nvPr>
            <p:ph type="sldNum" sz="quarter" idx="12"/>
          </p:nvPr>
        </p:nvSpPr>
        <p:spPr/>
        <p:txBody>
          <a:bodyPr/>
          <a:lstStyle/>
          <a:p>
            <a:fld id="{FFE5CEB7-2A15-4D32-876E-AD9AEE3F0429}" type="slidenum">
              <a:rPr lang="en-US" smtClean="0"/>
              <a:t>3</a:t>
            </a:fld>
            <a:endParaRPr lang="en-US"/>
          </a:p>
        </p:txBody>
      </p:sp>
      <p:pic>
        <p:nvPicPr>
          <p:cNvPr id="6" name="Picture 5" descr="Hierarchy of AI, ML, and Deep Learning, AI generated">
            <a:extLst>
              <a:ext uri="{FF2B5EF4-FFF2-40B4-BE49-F238E27FC236}">
                <a16:creationId xmlns:a16="http://schemas.microsoft.com/office/drawing/2014/main" id="{D2E17D0C-A4AE-AFA3-7A74-3C43520EF8AA}"/>
              </a:ext>
            </a:extLst>
          </p:cNvPr>
          <p:cNvPicPr>
            <a:picLocks noChangeAspect="1"/>
          </p:cNvPicPr>
          <p:nvPr/>
        </p:nvPicPr>
        <p:blipFill>
          <a:blip r:embed="rId2"/>
          <a:stretch>
            <a:fillRect/>
          </a:stretch>
        </p:blipFill>
        <p:spPr>
          <a:xfrm>
            <a:off x="7584141" y="2366681"/>
            <a:ext cx="4325471" cy="3607453"/>
          </a:xfrm>
          <a:prstGeom prst="rect">
            <a:avLst/>
          </a:prstGeom>
        </p:spPr>
      </p:pic>
    </p:spTree>
    <p:extLst>
      <p:ext uri="{BB962C8B-B14F-4D97-AF65-F5344CB8AC3E}">
        <p14:creationId xmlns:p14="http://schemas.microsoft.com/office/powerpoint/2010/main" val="6236549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E301FBE-CBBE-97F8-3936-2C197616E563}"/>
              </a:ext>
            </a:extLst>
          </p:cNvPr>
          <p:cNvSpPr>
            <a:spLocks noGrp="1"/>
          </p:cNvSpPr>
          <p:nvPr>
            <p:ph idx="1"/>
          </p:nvPr>
        </p:nvSpPr>
        <p:spPr/>
        <p:txBody>
          <a:bodyPr>
            <a:normAutofit/>
          </a:bodyPr>
          <a:lstStyle/>
          <a:p>
            <a:r>
              <a:rPr lang="en-US" b="1" dirty="0"/>
              <a:t>Core Learning Paradigms</a:t>
            </a:r>
            <a:endParaRPr lang="en-US" dirty="0"/>
          </a:p>
          <a:p>
            <a:pPr lvl="1"/>
            <a:r>
              <a:rPr lang="en-US" b="1" dirty="0"/>
              <a:t>Supervised Learning:</a:t>
            </a:r>
            <a:r>
              <a:rPr lang="en-US" dirty="0"/>
              <a:t> </a:t>
            </a:r>
          </a:p>
          <a:p>
            <a:pPr lvl="2"/>
            <a:r>
              <a:rPr lang="en-US" dirty="0"/>
              <a:t>The model trains on labeled data (input-output pairs). It learns a mapping function to predict labels for new inputs (e.g., linear regression, decision trees, support vector machines). Common tasks include classification and regression.</a:t>
            </a:r>
          </a:p>
          <a:p>
            <a:pPr lvl="1"/>
            <a:r>
              <a:rPr lang="en-US" b="1" dirty="0"/>
              <a:t>Unsupervised Learning:</a:t>
            </a:r>
            <a:r>
              <a:rPr lang="en-US" dirty="0"/>
              <a:t> </a:t>
            </a:r>
          </a:p>
          <a:p>
            <a:pPr lvl="2"/>
            <a:r>
              <a:rPr lang="en-US" dirty="0"/>
              <a:t>The model receives unlabeled data and looks for inherent structure, clusters, or patterns (e.g., K-Means clustering, PCA, autoencoders).</a:t>
            </a:r>
          </a:p>
          <a:p>
            <a:pPr lvl="1"/>
            <a:r>
              <a:rPr lang="en-US" b="1" dirty="0"/>
              <a:t>Reinforcement Learning:</a:t>
            </a:r>
            <a:r>
              <a:rPr lang="en-US" dirty="0"/>
              <a:t> </a:t>
            </a:r>
          </a:p>
          <a:p>
            <a:pPr lvl="2"/>
            <a:r>
              <a:rPr lang="en-US" dirty="0"/>
              <a:t>An agent learns by interacting with an environment, receiving rewards for desirable actions and penalties for errors (e.g., Q-learning, Policy Gradients).</a:t>
            </a:r>
          </a:p>
          <a:p>
            <a:pPr lvl="1"/>
            <a:r>
              <a:rPr lang="en-US" b="1" dirty="0"/>
              <a:t>Semi-Supervised / Self-Supervised Learning:</a:t>
            </a:r>
            <a:r>
              <a:rPr lang="en-US" dirty="0"/>
              <a:t> </a:t>
            </a:r>
          </a:p>
          <a:p>
            <a:pPr lvl="2"/>
            <a:r>
              <a:rPr lang="en-US" dirty="0"/>
              <a:t>Combines a small amount of labeled data with a large body of unlabeled data to improve learning accuracy or learn representations directly from data structure (e.g., masked language models in NLP).</a:t>
            </a:r>
          </a:p>
          <a:p>
            <a:endParaRPr lang="en-US" dirty="0"/>
          </a:p>
        </p:txBody>
      </p:sp>
      <p:sp>
        <p:nvSpPr>
          <p:cNvPr id="3" name="Date Placeholder 2">
            <a:extLst>
              <a:ext uri="{FF2B5EF4-FFF2-40B4-BE49-F238E27FC236}">
                <a16:creationId xmlns:a16="http://schemas.microsoft.com/office/drawing/2014/main" id="{D58E366B-705A-4C8D-3177-3DD27726EB22}"/>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CE8341CA-EB84-AE4A-2BEA-BE53CADB510E}"/>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89A0A21F-693D-E7F6-1E24-FDE9BBF8AC47}"/>
              </a:ext>
            </a:extLst>
          </p:cNvPr>
          <p:cNvSpPr>
            <a:spLocks noGrp="1"/>
          </p:cNvSpPr>
          <p:nvPr>
            <p:ph type="sldNum" sz="quarter" idx="12"/>
          </p:nvPr>
        </p:nvSpPr>
        <p:spPr/>
        <p:txBody>
          <a:bodyPr/>
          <a:lstStyle/>
          <a:p>
            <a:fld id="{FFE5CEB7-2A15-4D32-876E-AD9AEE3F0429}" type="slidenum">
              <a:rPr lang="en-US" smtClean="0"/>
              <a:t>4</a:t>
            </a:fld>
            <a:endParaRPr lang="en-US"/>
          </a:p>
        </p:txBody>
      </p:sp>
    </p:spTree>
    <p:extLst>
      <p:ext uri="{BB962C8B-B14F-4D97-AF65-F5344CB8AC3E}">
        <p14:creationId xmlns:p14="http://schemas.microsoft.com/office/powerpoint/2010/main" val="1523491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C886F7-75F1-9E85-5177-5488024CC7BB}"/>
              </a:ext>
            </a:extLst>
          </p:cNvPr>
          <p:cNvSpPr>
            <a:spLocks noGrp="1"/>
          </p:cNvSpPr>
          <p:nvPr>
            <p:ph idx="1"/>
          </p:nvPr>
        </p:nvSpPr>
        <p:spPr/>
        <p:txBody>
          <a:bodyPr>
            <a:normAutofit/>
          </a:bodyPr>
          <a:lstStyle/>
          <a:p>
            <a:r>
              <a:rPr lang="en-US" b="1" dirty="0"/>
              <a:t>The Standard ML Pipeline</a:t>
            </a:r>
            <a:endParaRPr lang="en-US" dirty="0"/>
          </a:p>
          <a:p>
            <a:pPr lvl="1"/>
            <a:r>
              <a:rPr lang="en-US" b="1" dirty="0"/>
              <a:t>Data Collection &amp; Preprocessing:</a:t>
            </a:r>
            <a:r>
              <a:rPr lang="en-US" dirty="0"/>
              <a:t> </a:t>
            </a:r>
          </a:p>
          <a:p>
            <a:pPr lvl="2"/>
            <a:r>
              <a:rPr lang="en-US" dirty="0"/>
              <a:t>Gathering raw data, cleaning missing values, and handling outliers.</a:t>
            </a:r>
          </a:p>
          <a:p>
            <a:pPr lvl="1"/>
            <a:r>
              <a:rPr lang="en-US" b="1" dirty="0"/>
              <a:t>Feature Engineering &amp; Extraction:</a:t>
            </a:r>
            <a:r>
              <a:rPr lang="en-US" dirty="0"/>
              <a:t> </a:t>
            </a:r>
          </a:p>
          <a:p>
            <a:pPr lvl="2"/>
            <a:r>
              <a:rPr lang="en-US" dirty="0"/>
              <a:t>Transforming raw data into informative representations (scaling, encoding categorical values, or feature selection).</a:t>
            </a:r>
          </a:p>
          <a:p>
            <a:pPr lvl="1"/>
            <a:r>
              <a:rPr lang="en-US" b="1" dirty="0"/>
              <a:t>Model Selection &amp; Training:</a:t>
            </a:r>
            <a:r>
              <a:rPr lang="en-US" dirty="0"/>
              <a:t> </a:t>
            </a:r>
          </a:p>
          <a:p>
            <a:pPr lvl="2"/>
            <a:r>
              <a:rPr lang="en-US" dirty="0"/>
              <a:t>Choosing an algorithm suitable for the task and optimizing its parameters using training data (e.g., minimizing a loss function via gradient descent).</a:t>
            </a:r>
          </a:p>
          <a:p>
            <a:pPr lvl="1"/>
            <a:r>
              <a:rPr lang="en-US" b="1" dirty="0"/>
              <a:t>Evaluation:</a:t>
            </a:r>
            <a:r>
              <a:rPr lang="en-US" dirty="0"/>
              <a:t> </a:t>
            </a:r>
          </a:p>
          <a:p>
            <a:pPr lvl="2"/>
            <a:r>
              <a:rPr lang="en-US" dirty="0"/>
              <a:t>Measuring model generalization on an unseen test set using metrics like Accuracy, Precision/Recall, F1-Score, or Mean Squared Error (MSE) to check for overfitting or underfitting.</a:t>
            </a:r>
          </a:p>
          <a:p>
            <a:pPr lvl="1"/>
            <a:r>
              <a:rPr lang="en-US" b="1" dirty="0"/>
              <a:t>Deployment &amp; Monitoring:</a:t>
            </a:r>
            <a:r>
              <a:rPr lang="en-US" dirty="0"/>
              <a:t> </a:t>
            </a:r>
          </a:p>
          <a:p>
            <a:pPr lvl="2"/>
            <a:r>
              <a:rPr lang="en-US" dirty="0"/>
              <a:t>Integrating the trained model into production and monitoring performance over time for data or concept drift.</a:t>
            </a:r>
          </a:p>
          <a:p>
            <a:endParaRPr lang="en-US" dirty="0"/>
          </a:p>
        </p:txBody>
      </p:sp>
      <p:sp>
        <p:nvSpPr>
          <p:cNvPr id="3" name="Date Placeholder 2">
            <a:extLst>
              <a:ext uri="{FF2B5EF4-FFF2-40B4-BE49-F238E27FC236}">
                <a16:creationId xmlns:a16="http://schemas.microsoft.com/office/drawing/2014/main" id="{6AF83D18-AFD9-F99F-3797-3CDDFF4F7000}"/>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525DD7C8-7753-F5A5-7FCC-1EB977915EC3}"/>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34855030-065B-472B-5AF8-723663B2A32E}"/>
              </a:ext>
            </a:extLst>
          </p:cNvPr>
          <p:cNvSpPr>
            <a:spLocks noGrp="1"/>
          </p:cNvSpPr>
          <p:nvPr>
            <p:ph type="sldNum" sz="quarter" idx="12"/>
          </p:nvPr>
        </p:nvSpPr>
        <p:spPr/>
        <p:txBody>
          <a:bodyPr/>
          <a:lstStyle/>
          <a:p>
            <a:fld id="{FFE5CEB7-2A15-4D32-876E-AD9AEE3F0429}" type="slidenum">
              <a:rPr lang="en-US" smtClean="0"/>
              <a:t>5</a:t>
            </a:fld>
            <a:endParaRPr lang="en-US"/>
          </a:p>
        </p:txBody>
      </p:sp>
    </p:spTree>
    <p:extLst>
      <p:ext uri="{BB962C8B-B14F-4D97-AF65-F5344CB8AC3E}">
        <p14:creationId xmlns:p14="http://schemas.microsoft.com/office/powerpoint/2010/main" val="4403791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FDF8C6F-124D-F909-65C4-3118181759BD}"/>
              </a:ext>
            </a:extLst>
          </p:cNvPr>
          <p:cNvSpPr>
            <a:spLocks noGrp="1"/>
          </p:cNvSpPr>
          <p:nvPr>
            <p:ph idx="1"/>
          </p:nvPr>
        </p:nvSpPr>
        <p:spPr/>
        <p:txBody>
          <a:bodyPr/>
          <a:lstStyle/>
          <a:p>
            <a:r>
              <a:rPr lang="en-US" dirty="0"/>
              <a:t>Python setup for Machine Learning </a:t>
            </a:r>
          </a:p>
          <a:p>
            <a:pPr lvl="1"/>
            <a:r>
              <a:rPr lang="en-US" dirty="0"/>
              <a:t>Set Up a Virtual Environment</a:t>
            </a:r>
          </a:p>
          <a:p>
            <a:pPr lvl="2"/>
            <a:r>
              <a:rPr lang="en-US" b="1" dirty="0"/>
              <a:t>Option A: Using </a:t>
            </a:r>
            <a:r>
              <a:rPr lang="en-US" b="1" dirty="0" err="1"/>
              <a:t>conda</a:t>
            </a:r>
            <a:r>
              <a:rPr lang="en-US" b="1" dirty="0"/>
              <a:t> (Recommended for ML/Data Science)</a:t>
            </a:r>
            <a:endParaRPr lang="en-US" dirty="0"/>
          </a:p>
          <a:p>
            <a:pPr lvl="1"/>
            <a:endParaRPr lang="en-US" dirty="0"/>
          </a:p>
          <a:p>
            <a:pPr lvl="1"/>
            <a:endParaRPr lang="en-US" dirty="0"/>
          </a:p>
          <a:p>
            <a:pPr lvl="1"/>
            <a:endParaRPr lang="en-US" dirty="0"/>
          </a:p>
          <a:p>
            <a:pPr lvl="1"/>
            <a:endParaRPr lang="en-US" dirty="0"/>
          </a:p>
          <a:p>
            <a:pPr lvl="1"/>
            <a:endParaRPr lang="en-US" dirty="0"/>
          </a:p>
          <a:p>
            <a:pPr lvl="2"/>
            <a:r>
              <a:rPr lang="en-US" dirty="0"/>
              <a:t>Option B: Using standard </a:t>
            </a:r>
            <a:r>
              <a:rPr lang="en-US" dirty="0" err="1"/>
              <a:t>venv</a:t>
            </a:r>
            <a:endParaRPr lang="en-US" dirty="0"/>
          </a:p>
          <a:p>
            <a:pPr lvl="3"/>
            <a:endParaRPr lang="en-US" dirty="0"/>
          </a:p>
          <a:p>
            <a:pPr lvl="1"/>
            <a:endParaRPr lang="en-US" dirty="0"/>
          </a:p>
          <a:p>
            <a:pPr lvl="2"/>
            <a:endParaRPr lang="en-US" dirty="0"/>
          </a:p>
          <a:p>
            <a:pPr lvl="2"/>
            <a:endParaRPr lang="en-US" dirty="0"/>
          </a:p>
        </p:txBody>
      </p:sp>
      <p:sp>
        <p:nvSpPr>
          <p:cNvPr id="3" name="Date Placeholder 2">
            <a:extLst>
              <a:ext uri="{FF2B5EF4-FFF2-40B4-BE49-F238E27FC236}">
                <a16:creationId xmlns:a16="http://schemas.microsoft.com/office/drawing/2014/main" id="{0ADD9395-DE64-7374-5556-00AAE96875F9}"/>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AF84A341-510D-3EFA-7626-C0CE41C06FDE}"/>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64A8398C-345D-1ABB-C6C8-94B6C06BF469}"/>
              </a:ext>
            </a:extLst>
          </p:cNvPr>
          <p:cNvSpPr>
            <a:spLocks noGrp="1"/>
          </p:cNvSpPr>
          <p:nvPr>
            <p:ph type="sldNum" sz="quarter" idx="12"/>
          </p:nvPr>
        </p:nvSpPr>
        <p:spPr/>
        <p:txBody>
          <a:bodyPr/>
          <a:lstStyle/>
          <a:p>
            <a:fld id="{FFE5CEB7-2A15-4D32-876E-AD9AEE3F0429}" type="slidenum">
              <a:rPr lang="en-US" smtClean="0"/>
              <a:t>6</a:t>
            </a:fld>
            <a:endParaRPr lang="en-US"/>
          </a:p>
        </p:txBody>
      </p:sp>
      <p:pic>
        <p:nvPicPr>
          <p:cNvPr id="7" name="Picture 6">
            <a:extLst>
              <a:ext uri="{FF2B5EF4-FFF2-40B4-BE49-F238E27FC236}">
                <a16:creationId xmlns:a16="http://schemas.microsoft.com/office/drawing/2014/main" id="{F198D633-60EB-7ADB-518B-2111C409DA0D}"/>
              </a:ext>
            </a:extLst>
          </p:cNvPr>
          <p:cNvPicPr>
            <a:picLocks noChangeAspect="1"/>
          </p:cNvPicPr>
          <p:nvPr/>
        </p:nvPicPr>
        <p:blipFill>
          <a:blip r:embed="rId2"/>
          <a:stretch>
            <a:fillRect/>
          </a:stretch>
        </p:blipFill>
        <p:spPr>
          <a:xfrm>
            <a:off x="2285181" y="1351901"/>
            <a:ext cx="5868219" cy="1276528"/>
          </a:xfrm>
          <a:prstGeom prst="rect">
            <a:avLst/>
          </a:prstGeom>
        </p:spPr>
      </p:pic>
      <p:pic>
        <p:nvPicPr>
          <p:cNvPr id="9" name="Picture 8">
            <a:extLst>
              <a:ext uri="{FF2B5EF4-FFF2-40B4-BE49-F238E27FC236}">
                <a16:creationId xmlns:a16="http://schemas.microsoft.com/office/drawing/2014/main" id="{B6B3CEBE-8753-2EB1-D0B0-4A824053EF66}"/>
              </a:ext>
            </a:extLst>
          </p:cNvPr>
          <p:cNvPicPr>
            <a:picLocks noChangeAspect="1"/>
          </p:cNvPicPr>
          <p:nvPr/>
        </p:nvPicPr>
        <p:blipFill>
          <a:blip r:embed="rId3"/>
          <a:stretch>
            <a:fillRect/>
          </a:stretch>
        </p:blipFill>
        <p:spPr>
          <a:xfrm>
            <a:off x="2883550" y="3576918"/>
            <a:ext cx="4058216" cy="1985980"/>
          </a:xfrm>
          <a:prstGeom prst="rect">
            <a:avLst/>
          </a:prstGeom>
        </p:spPr>
      </p:pic>
    </p:spTree>
    <p:extLst>
      <p:ext uri="{BB962C8B-B14F-4D97-AF65-F5344CB8AC3E}">
        <p14:creationId xmlns:p14="http://schemas.microsoft.com/office/powerpoint/2010/main" val="5698892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D053697-2A24-20CE-3AFA-D7031D114EE1}"/>
              </a:ext>
            </a:extLst>
          </p:cNvPr>
          <p:cNvSpPr>
            <a:spLocks noGrp="1"/>
          </p:cNvSpPr>
          <p:nvPr>
            <p:ph idx="1"/>
          </p:nvPr>
        </p:nvSpPr>
        <p:spPr/>
        <p:txBody>
          <a:bodyPr/>
          <a:lstStyle/>
          <a:p>
            <a:r>
              <a:rPr lang="en-US" dirty="0"/>
              <a:t>Core Library Stack</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lvl="1"/>
            <a:endParaRPr lang="en-US" dirty="0"/>
          </a:p>
        </p:txBody>
      </p:sp>
      <p:sp>
        <p:nvSpPr>
          <p:cNvPr id="3" name="Date Placeholder 2">
            <a:extLst>
              <a:ext uri="{FF2B5EF4-FFF2-40B4-BE49-F238E27FC236}">
                <a16:creationId xmlns:a16="http://schemas.microsoft.com/office/drawing/2014/main" id="{5066EA9A-21B9-0FA0-FDEE-7AD7E01C158E}"/>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A07ADC91-43A1-51F7-3BCE-1438B96E9E52}"/>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BF3275C3-E26B-F232-1846-0A28A5931E64}"/>
              </a:ext>
            </a:extLst>
          </p:cNvPr>
          <p:cNvSpPr>
            <a:spLocks noGrp="1"/>
          </p:cNvSpPr>
          <p:nvPr>
            <p:ph type="sldNum" sz="quarter" idx="12"/>
          </p:nvPr>
        </p:nvSpPr>
        <p:spPr/>
        <p:txBody>
          <a:bodyPr/>
          <a:lstStyle/>
          <a:p>
            <a:fld id="{FFE5CEB7-2A15-4D32-876E-AD9AEE3F0429}" type="slidenum">
              <a:rPr lang="en-US" smtClean="0"/>
              <a:t>7</a:t>
            </a:fld>
            <a:endParaRPr lang="en-US"/>
          </a:p>
        </p:txBody>
      </p:sp>
      <p:graphicFrame>
        <p:nvGraphicFramePr>
          <p:cNvPr id="6" name="Table 5">
            <a:extLst>
              <a:ext uri="{FF2B5EF4-FFF2-40B4-BE49-F238E27FC236}">
                <a16:creationId xmlns:a16="http://schemas.microsoft.com/office/drawing/2014/main" id="{C26B8144-D781-B82A-DD93-0438842D65A4}"/>
              </a:ext>
            </a:extLst>
          </p:cNvPr>
          <p:cNvGraphicFramePr>
            <a:graphicFrameLocks noGrp="1"/>
          </p:cNvGraphicFramePr>
          <p:nvPr>
            <p:extLst>
              <p:ext uri="{D42A27DB-BD31-4B8C-83A1-F6EECF244321}">
                <p14:modId xmlns:p14="http://schemas.microsoft.com/office/powerpoint/2010/main" val="1881858398"/>
              </p:ext>
            </p:extLst>
          </p:nvPr>
        </p:nvGraphicFramePr>
        <p:xfrm>
          <a:off x="609600" y="444994"/>
          <a:ext cx="10941423" cy="5498604"/>
        </p:xfrm>
        <a:graphic>
          <a:graphicData uri="http://schemas.openxmlformats.org/drawingml/2006/table">
            <a:tbl>
              <a:tblPr/>
              <a:tblGrid>
                <a:gridCol w="3647141">
                  <a:extLst>
                    <a:ext uri="{9D8B030D-6E8A-4147-A177-3AD203B41FA5}">
                      <a16:colId xmlns:a16="http://schemas.microsoft.com/office/drawing/2014/main" val="3780362275"/>
                    </a:ext>
                  </a:extLst>
                </a:gridCol>
                <a:gridCol w="3647141">
                  <a:extLst>
                    <a:ext uri="{9D8B030D-6E8A-4147-A177-3AD203B41FA5}">
                      <a16:colId xmlns:a16="http://schemas.microsoft.com/office/drawing/2014/main" val="2421337910"/>
                    </a:ext>
                  </a:extLst>
                </a:gridCol>
                <a:gridCol w="3647141">
                  <a:extLst>
                    <a:ext uri="{9D8B030D-6E8A-4147-A177-3AD203B41FA5}">
                      <a16:colId xmlns:a16="http://schemas.microsoft.com/office/drawing/2014/main" val="236320979"/>
                    </a:ext>
                  </a:extLst>
                </a:gridCol>
              </a:tblGrid>
              <a:tr h="587637">
                <a:tc>
                  <a:txBody>
                    <a:bodyPr/>
                    <a:lstStyle/>
                    <a:p>
                      <a:pPr>
                        <a:spcAft>
                          <a:spcPts val="2400"/>
                        </a:spcAft>
                        <a:buNone/>
                      </a:pPr>
                      <a:r>
                        <a:rPr lang="en-US" b="1">
                          <a:effectLst/>
                          <a:latin typeface="Google Sans Text"/>
                        </a:rPr>
                        <a:t>Category</a:t>
                      </a:r>
                      <a:endParaRPr lang="en-US">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b="1">
                          <a:effectLst/>
                          <a:latin typeface="Google Sans Text"/>
                        </a:rPr>
                        <a:t>Primary Libraries</a:t>
                      </a:r>
                      <a:endParaRPr lang="en-US">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b="1">
                          <a:effectLst/>
                          <a:latin typeface="Google Sans Text"/>
                        </a:rPr>
                        <a:t>Installation Command</a:t>
                      </a:r>
                      <a:endParaRPr lang="en-US">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487568537"/>
                  </a:ext>
                </a:extLst>
              </a:tr>
              <a:tr h="587637">
                <a:tc>
                  <a:txBody>
                    <a:bodyPr/>
                    <a:lstStyle/>
                    <a:p>
                      <a:pPr>
                        <a:spcAft>
                          <a:spcPts val="2400"/>
                        </a:spcAft>
                        <a:buNone/>
                      </a:pPr>
                      <a:r>
                        <a:rPr lang="en-US" b="1">
                          <a:effectLst/>
                          <a:latin typeface="Google Sans Text"/>
                        </a:rPr>
                        <a:t>Data &amp; Math</a:t>
                      </a:r>
                      <a:endParaRPr lang="en-US">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a:effectLst/>
                          <a:latin typeface="Google Sans Text"/>
                        </a:rPr>
                        <a:t>NumPy, Pandas, SciPy</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a:effectLst/>
                          <a:latin typeface="Google Sans Text"/>
                        </a:rPr>
                        <a:t>pip install numpy pandas scipy</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396972880"/>
                  </a:ext>
                </a:extLst>
              </a:tr>
              <a:tr h="587637">
                <a:tc>
                  <a:txBody>
                    <a:bodyPr/>
                    <a:lstStyle/>
                    <a:p>
                      <a:pPr>
                        <a:spcAft>
                          <a:spcPts val="2400"/>
                        </a:spcAft>
                        <a:buNone/>
                      </a:pPr>
                      <a:r>
                        <a:rPr lang="en-US" b="1">
                          <a:effectLst/>
                          <a:latin typeface="Google Sans Text"/>
                        </a:rPr>
                        <a:t>Visualization</a:t>
                      </a:r>
                      <a:endParaRPr lang="en-US">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a:effectLst/>
                          <a:latin typeface="Google Sans Text"/>
                        </a:rPr>
                        <a:t>Matplotlib, Seaborn</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a:effectLst/>
                          <a:latin typeface="Google Sans Text"/>
                        </a:rPr>
                        <a:t>pip install matplotlib seaborn</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4212863909"/>
                  </a:ext>
                </a:extLst>
              </a:tr>
              <a:tr h="587637">
                <a:tc>
                  <a:txBody>
                    <a:bodyPr/>
                    <a:lstStyle/>
                    <a:p>
                      <a:pPr>
                        <a:spcAft>
                          <a:spcPts val="2400"/>
                        </a:spcAft>
                        <a:buNone/>
                      </a:pPr>
                      <a:r>
                        <a:rPr lang="en-US" b="1">
                          <a:effectLst/>
                          <a:latin typeface="Google Sans Text"/>
                        </a:rPr>
                        <a:t>Classical ML</a:t>
                      </a:r>
                      <a:endParaRPr lang="en-US">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a:effectLst/>
                          <a:latin typeface="Google Sans Text"/>
                        </a:rPr>
                        <a:t>Scikit-Learn</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a:effectLst/>
                          <a:latin typeface="Google Sans Text"/>
                        </a:rPr>
                        <a:t>pip install scikit-learn</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589745448"/>
                  </a:ext>
                </a:extLst>
              </a:tr>
              <a:tr h="587637">
                <a:tc>
                  <a:txBody>
                    <a:bodyPr/>
                    <a:lstStyle/>
                    <a:p>
                      <a:pPr>
                        <a:spcAft>
                          <a:spcPts val="2400"/>
                        </a:spcAft>
                        <a:buNone/>
                      </a:pPr>
                      <a:r>
                        <a:rPr lang="en-US" b="1">
                          <a:effectLst/>
                          <a:latin typeface="Google Sans Text"/>
                        </a:rPr>
                        <a:t>Interactivity</a:t>
                      </a:r>
                      <a:endParaRPr lang="en-US">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a:effectLst/>
                          <a:latin typeface="Google Sans Text"/>
                        </a:rPr>
                        <a:t>JupyterLab, Notebook</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a:effectLst/>
                          <a:latin typeface="Google Sans Text"/>
                        </a:rPr>
                        <a:t>pip install jupyterlab</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1822526041"/>
                  </a:ext>
                </a:extLst>
              </a:tr>
              <a:tr h="2560419">
                <a:tc>
                  <a:txBody>
                    <a:bodyPr/>
                    <a:lstStyle/>
                    <a:p>
                      <a:pPr>
                        <a:spcAft>
                          <a:spcPts val="2400"/>
                        </a:spcAft>
                        <a:buNone/>
                      </a:pPr>
                      <a:r>
                        <a:rPr lang="en-US" b="1">
                          <a:effectLst/>
                          <a:latin typeface="Google Sans Text"/>
                        </a:rPr>
                        <a:t>Deep Learning</a:t>
                      </a:r>
                      <a:r>
                        <a:rPr lang="en-US">
                          <a:effectLst/>
                          <a:latin typeface="Google Sans Text"/>
                        </a:rPr>
                        <a:t> </a:t>
                      </a:r>
                      <a:r>
                        <a:rPr lang="en-US" i="1">
                          <a:effectLst/>
                          <a:latin typeface="Google Sans Text"/>
                        </a:rPr>
                        <a:t>(Choose based on needs)</a:t>
                      </a:r>
                      <a:endParaRPr lang="en-US">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a:effectLst/>
                          <a:latin typeface="Google Sans Text"/>
                        </a:rPr>
                        <a:t>PyTorch or TensorFlow</a:t>
                      </a: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tc>
                  <a:txBody>
                    <a:bodyPr/>
                    <a:lstStyle/>
                    <a:p>
                      <a:pPr>
                        <a:spcAft>
                          <a:spcPts val="2400"/>
                        </a:spcAft>
                        <a:buNone/>
                      </a:pPr>
                      <a:r>
                        <a:rPr lang="en-US" dirty="0">
                          <a:effectLst/>
                          <a:latin typeface="Google Sans Text"/>
                        </a:rPr>
                        <a:t>pip install torch </a:t>
                      </a:r>
                      <a:r>
                        <a:rPr lang="en-US" dirty="0" err="1">
                          <a:effectLst/>
                          <a:latin typeface="Google Sans Text"/>
                        </a:rPr>
                        <a:t>torchvision</a:t>
                      </a:r>
                      <a:endParaRPr lang="en-US" dirty="0">
                        <a:effectLst/>
                        <a:latin typeface="Google Sans Text"/>
                      </a:endParaRPr>
                    </a:p>
                    <a:p>
                      <a:pPr>
                        <a:spcAft>
                          <a:spcPts val="2400"/>
                        </a:spcAft>
                        <a:buNone/>
                      </a:pPr>
                      <a:br>
                        <a:rPr lang="en-US" dirty="0">
                          <a:effectLst/>
                          <a:latin typeface="Google Sans Text"/>
                        </a:rPr>
                      </a:br>
                      <a:endParaRPr lang="en-US" dirty="0">
                        <a:effectLst/>
                        <a:latin typeface="Google Sans Text"/>
                      </a:endParaRPr>
                    </a:p>
                    <a:p>
                      <a:pPr>
                        <a:spcAft>
                          <a:spcPts val="2400"/>
                        </a:spcAft>
                        <a:buNone/>
                      </a:pPr>
                      <a:r>
                        <a:rPr lang="en-US" dirty="0">
                          <a:effectLst/>
                          <a:latin typeface="Google Sans Text"/>
                        </a:rPr>
                        <a:t>pip install </a:t>
                      </a:r>
                      <a:r>
                        <a:rPr lang="en-US" dirty="0" err="1">
                          <a:effectLst/>
                          <a:latin typeface="Google Sans Text"/>
                        </a:rPr>
                        <a:t>tensorflow</a:t>
                      </a:r>
                      <a:endParaRPr lang="en-US" dirty="0">
                        <a:effectLst/>
                        <a:latin typeface="Google Sans Text"/>
                      </a:endParaRPr>
                    </a:p>
                  </a:txBody>
                  <a:tcPr marL="114300" marR="114300" marT="76200" marB="7620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noFill/>
                  </a:tcPr>
                </a:tc>
                <a:extLst>
                  <a:ext uri="{0D108BD9-81ED-4DB2-BD59-A6C34878D82A}">
                    <a16:rowId xmlns:a16="http://schemas.microsoft.com/office/drawing/2014/main" val="206014896"/>
                  </a:ext>
                </a:extLst>
              </a:tr>
            </a:tbl>
          </a:graphicData>
        </a:graphic>
      </p:graphicFrame>
    </p:spTree>
    <p:extLst>
      <p:ext uri="{BB962C8B-B14F-4D97-AF65-F5344CB8AC3E}">
        <p14:creationId xmlns:p14="http://schemas.microsoft.com/office/powerpoint/2010/main" val="41101124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452B914-3E0E-5754-36ED-7D731C462AD2}"/>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F2180BCD-6440-07E7-6325-2D7DAF822307}"/>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E8717C09-AE2F-7522-B15B-C8FD454C611D}"/>
              </a:ext>
            </a:extLst>
          </p:cNvPr>
          <p:cNvSpPr>
            <a:spLocks noGrp="1"/>
          </p:cNvSpPr>
          <p:nvPr>
            <p:ph type="sldNum" sz="quarter" idx="12"/>
          </p:nvPr>
        </p:nvSpPr>
        <p:spPr/>
        <p:txBody>
          <a:bodyPr/>
          <a:lstStyle/>
          <a:p>
            <a:fld id="{FFE5CEB7-2A15-4D32-876E-AD9AEE3F0429}" type="slidenum">
              <a:rPr lang="en-US" smtClean="0"/>
              <a:t>8</a:t>
            </a:fld>
            <a:endParaRPr lang="en-US"/>
          </a:p>
        </p:txBody>
      </p:sp>
      <p:sp>
        <p:nvSpPr>
          <p:cNvPr id="10" name="Content Placeholder 9">
            <a:extLst>
              <a:ext uri="{FF2B5EF4-FFF2-40B4-BE49-F238E27FC236}">
                <a16:creationId xmlns:a16="http://schemas.microsoft.com/office/drawing/2014/main" id="{E4861BA8-118A-2F5D-C02B-1FBC225A9446}"/>
              </a:ext>
            </a:extLst>
          </p:cNvPr>
          <p:cNvSpPr>
            <a:spLocks noGrp="1"/>
          </p:cNvSpPr>
          <p:nvPr>
            <p:ph idx="1"/>
          </p:nvPr>
        </p:nvSpPr>
        <p:spPr/>
        <p:txBody>
          <a:bodyPr/>
          <a:lstStyle/>
          <a:p>
            <a:r>
              <a:rPr lang="en-US" dirty="0"/>
              <a:t>To install the core traditional ML stack in one command:</a:t>
            </a:r>
          </a:p>
          <a:p>
            <a:endParaRPr lang="en-US" dirty="0"/>
          </a:p>
          <a:p>
            <a:endParaRPr lang="en-US" dirty="0"/>
          </a:p>
          <a:p>
            <a:r>
              <a:rPr lang="en-US" dirty="0"/>
              <a:t>Verification Script</a:t>
            </a:r>
          </a:p>
          <a:p>
            <a:pPr lvl="1"/>
            <a:endParaRPr lang="en-US" dirty="0"/>
          </a:p>
          <a:p>
            <a:pPr lvl="1"/>
            <a:endParaRPr lang="en-US" dirty="0"/>
          </a:p>
        </p:txBody>
      </p:sp>
      <p:pic>
        <p:nvPicPr>
          <p:cNvPr id="12" name="Picture 11">
            <a:extLst>
              <a:ext uri="{FF2B5EF4-FFF2-40B4-BE49-F238E27FC236}">
                <a16:creationId xmlns:a16="http://schemas.microsoft.com/office/drawing/2014/main" id="{7D130A1F-3986-D4E0-381D-E6B5B0CDD824}"/>
              </a:ext>
            </a:extLst>
          </p:cNvPr>
          <p:cNvPicPr>
            <a:picLocks noChangeAspect="1"/>
          </p:cNvPicPr>
          <p:nvPr/>
        </p:nvPicPr>
        <p:blipFill>
          <a:blip r:embed="rId2"/>
          <a:stretch>
            <a:fillRect/>
          </a:stretch>
        </p:blipFill>
        <p:spPr>
          <a:xfrm>
            <a:off x="1218751" y="775167"/>
            <a:ext cx="7230484" cy="409632"/>
          </a:xfrm>
          <a:prstGeom prst="rect">
            <a:avLst/>
          </a:prstGeom>
        </p:spPr>
      </p:pic>
      <p:pic>
        <p:nvPicPr>
          <p:cNvPr id="14" name="Picture 13">
            <a:extLst>
              <a:ext uri="{FF2B5EF4-FFF2-40B4-BE49-F238E27FC236}">
                <a16:creationId xmlns:a16="http://schemas.microsoft.com/office/drawing/2014/main" id="{5543C43D-3F66-B11C-5B31-6AD4E21639AB}"/>
              </a:ext>
            </a:extLst>
          </p:cNvPr>
          <p:cNvPicPr>
            <a:picLocks noChangeAspect="1"/>
          </p:cNvPicPr>
          <p:nvPr/>
        </p:nvPicPr>
        <p:blipFill>
          <a:blip r:embed="rId3"/>
          <a:stretch>
            <a:fillRect/>
          </a:stretch>
        </p:blipFill>
        <p:spPr>
          <a:xfrm>
            <a:off x="1595041" y="1959966"/>
            <a:ext cx="6477904" cy="3801005"/>
          </a:xfrm>
          <a:prstGeom prst="rect">
            <a:avLst/>
          </a:prstGeom>
        </p:spPr>
      </p:pic>
    </p:spTree>
    <p:extLst>
      <p:ext uri="{BB962C8B-B14F-4D97-AF65-F5344CB8AC3E}">
        <p14:creationId xmlns:p14="http://schemas.microsoft.com/office/powerpoint/2010/main" val="1763765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478814B-FE48-FCFB-F9C2-04EDE5C7F51B}"/>
              </a:ext>
            </a:extLst>
          </p:cNvPr>
          <p:cNvSpPr>
            <a:spLocks noGrp="1"/>
          </p:cNvSpPr>
          <p:nvPr>
            <p:ph idx="1"/>
          </p:nvPr>
        </p:nvSpPr>
        <p:spPr/>
        <p:txBody>
          <a:bodyPr>
            <a:normAutofit/>
          </a:bodyPr>
          <a:lstStyle/>
          <a:p>
            <a:r>
              <a:rPr lang="en-US" dirty="0"/>
              <a:t>Machine Learning</a:t>
            </a:r>
          </a:p>
          <a:p>
            <a:pPr lvl="1"/>
            <a:r>
              <a:rPr lang="en-US" dirty="0"/>
              <a:t>Giving Computers the Ability to Learn from Data</a:t>
            </a:r>
          </a:p>
          <a:p>
            <a:pPr lvl="1"/>
            <a:r>
              <a:rPr lang="en-US" dirty="0"/>
              <a:t>Building intelligent machines to transform data into knowledge</a:t>
            </a:r>
          </a:p>
          <a:p>
            <a:pPr lvl="1"/>
            <a:r>
              <a:rPr lang="en-US" dirty="0"/>
              <a:t>one resource that we have in abundance:</a:t>
            </a:r>
          </a:p>
          <a:p>
            <a:pPr lvl="2"/>
            <a:r>
              <a:rPr lang="en-US" dirty="0"/>
              <a:t>a large amount of structured and unstructured data. </a:t>
            </a:r>
          </a:p>
          <a:p>
            <a:pPr lvl="1"/>
            <a:r>
              <a:rPr lang="en-US" dirty="0"/>
              <a:t>machine learning evolved </a:t>
            </a:r>
          </a:p>
          <a:p>
            <a:pPr lvl="2"/>
            <a:r>
              <a:rPr lang="en-US" dirty="0"/>
              <a:t>as a subfield of artificial intelligence (AI) involving</a:t>
            </a:r>
          </a:p>
          <a:p>
            <a:pPr lvl="3"/>
            <a:r>
              <a:rPr lang="en-US" dirty="0"/>
              <a:t>self-learning algorithms that </a:t>
            </a:r>
          </a:p>
          <a:p>
            <a:pPr lvl="4"/>
            <a:r>
              <a:rPr lang="en-US" dirty="0"/>
              <a:t>derive knowledge from data in order to make predictions.</a:t>
            </a:r>
          </a:p>
          <a:p>
            <a:pPr lvl="1"/>
            <a:r>
              <a:rPr lang="en-US" dirty="0"/>
              <a:t>machine learning offers a more efficient</a:t>
            </a:r>
          </a:p>
          <a:p>
            <a:pPr lvl="2"/>
            <a:r>
              <a:rPr lang="en-US" dirty="0"/>
              <a:t>alternative for capturing the knowledge in data to gradually improve the</a:t>
            </a:r>
          </a:p>
          <a:p>
            <a:pPr lvl="3"/>
            <a:r>
              <a:rPr lang="en-US" dirty="0"/>
              <a:t>performance of predictive models and make data-driven decisions.</a:t>
            </a:r>
          </a:p>
          <a:p>
            <a:pPr lvl="1"/>
            <a:r>
              <a:rPr lang="en-US" dirty="0"/>
              <a:t>machine learning</a:t>
            </a:r>
          </a:p>
          <a:p>
            <a:pPr lvl="2"/>
            <a:r>
              <a:rPr lang="en-US" dirty="0"/>
              <a:t>we enjoy robust email spam filters, convenient text and voice</a:t>
            </a:r>
          </a:p>
          <a:p>
            <a:pPr lvl="3"/>
            <a:r>
              <a:rPr lang="en-US" dirty="0"/>
              <a:t>recognition software, reliable web search engines, and challenging chess-playing programs. </a:t>
            </a:r>
          </a:p>
        </p:txBody>
      </p:sp>
      <p:sp>
        <p:nvSpPr>
          <p:cNvPr id="3" name="Date Placeholder 2">
            <a:extLst>
              <a:ext uri="{FF2B5EF4-FFF2-40B4-BE49-F238E27FC236}">
                <a16:creationId xmlns:a16="http://schemas.microsoft.com/office/drawing/2014/main" id="{EB79A9DC-FF49-9BFE-18DF-4FF56DD50A27}"/>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7AF02642-F35B-8B96-A9BE-4494273375C7}"/>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D674F690-784C-70DE-14EE-DD63B65175C6}"/>
              </a:ext>
            </a:extLst>
          </p:cNvPr>
          <p:cNvSpPr>
            <a:spLocks noGrp="1"/>
          </p:cNvSpPr>
          <p:nvPr>
            <p:ph type="sldNum" sz="quarter" idx="12"/>
          </p:nvPr>
        </p:nvSpPr>
        <p:spPr/>
        <p:txBody>
          <a:bodyPr/>
          <a:lstStyle/>
          <a:p>
            <a:fld id="{FFE5CEB7-2A15-4D32-876E-AD9AEE3F0429}" type="slidenum">
              <a:rPr lang="en-US" smtClean="0"/>
              <a:t>9</a:t>
            </a:fld>
            <a:endParaRPr lang="en-US"/>
          </a:p>
        </p:txBody>
      </p:sp>
    </p:spTree>
    <p:extLst>
      <p:ext uri="{BB962C8B-B14F-4D97-AF65-F5344CB8AC3E}">
        <p14:creationId xmlns:p14="http://schemas.microsoft.com/office/powerpoint/2010/main" val="3834810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4D68C0F-91A1-43AD-B995-153D89706EE8}"/>
              </a:ext>
            </a:extLst>
          </p:cNvPr>
          <p:cNvSpPr>
            <a:spLocks noGrp="1"/>
          </p:cNvSpPr>
          <p:nvPr>
            <p:ph idx="1"/>
          </p:nvPr>
        </p:nvSpPr>
        <p:spPr/>
        <p:txBody>
          <a:bodyPr/>
          <a:lstStyle/>
          <a:p>
            <a:r>
              <a:rPr lang="en-US" dirty="0"/>
              <a:t>The three different types of machine Learning</a:t>
            </a:r>
          </a:p>
          <a:p>
            <a:pPr lvl="1"/>
            <a:r>
              <a:rPr lang="en-US" dirty="0"/>
              <a:t>Supervised learning, </a:t>
            </a:r>
          </a:p>
          <a:p>
            <a:pPr lvl="1"/>
            <a:r>
              <a:rPr lang="en-US" dirty="0"/>
              <a:t>unsupervised learning, and </a:t>
            </a:r>
          </a:p>
          <a:p>
            <a:pPr lvl="1"/>
            <a:r>
              <a:rPr lang="en-US" dirty="0"/>
              <a:t>reinforcement learning</a:t>
            </a:r>
          </a:p>
          <a:p>
            <a:r>
              <a:rPr lang="en-US" dirty="0"/>
              <a:t>Making predictions about the future with supervised learning</a:t>
            </a:r>
          </a:p>
          <a:p>
            <a:pPr lvl="1"/>
            <a:r>
              <a:rPr lang="en-US" dirty="0"/>
              <a:t>main goal in supervised learning</a:t>
            </a:r>
          </a:p>
          <a:p>
            <a:pPr lvl="2"/>
            <a:r>
              <a:rPr lang="en-US" dirty="0"/>
              <a:t>learn a model from labeled training</a:t>
            </a:r>
          </a:p>
          <a:p>
            <a:pPr lvl="2"/>
            <a:r>
              <a:rPr lang="en-US" dirty="0"/>
              <a:t>data that allows us to make </a:t>
            </a:r>
          </a:p>
          <a:p>
            <a:pPr lvl="2"/>
            <a:r>
              <a:rPr lang="en-US" dirty="0"/>
              <a:t>predictions about unseen or </a:t>
            </a:r>
          </a:p>
          <a:p>
            <a:pPr lvl="2"/>
            <a:r>
              <a:rPr lang="en-US" dirty="0"/>
              <a:t>future data. </a:t>
            </a:r>
          </a:p>
          <a:p>
            <a:endParaRPr lang="en-US" dirty="0"/>
          </a:p>
        </p:txBody>
      </p:sp>
      <p:sp>
        <p:nvSpPr>
          <p:cNvPr id="3" name="Date Placeholder 2">
            <a:extLst>
              <a:ext uri="{FF2B5EF4-FFF2-40B4-BE49-F238E27FC236}">
                <a16:creationId xmlns:a16="http://schemas.microsoft.com/office/drawing/2014/main" id="{4CA8BFDC-CA5F-51AC-F060-30AB8AD2D9C7}"/>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D27CB236-BB05-F0CE-DB9C-763D5A1F4820}"/>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57B2BE77-A540-62A8-40B6-542B73F342DE}"/>
              </a:ext>
            </a:extLst>
          </p:cNvPr>
          <p:cNvSpPr>
            <a:spLocks noGrp="1"/>
          </p:cNvSpPr>
          <p:nvPr>
            <p:ph type="sldNum" sz="quarter" idx="12"/>
          </p:nvPr>
        </p:nvSpPr>
        <p:spPr/>
        <p:txBody>
          <a:bodyPr/>
          <a:lstStyle/>
          <a:p>
            <a:fld id="{FFE5CEB7-2A15-4D32-876E-AD9AEE3F0429}" type="slidenum">
              <a:rPr lang="en-US" smtClean="0"/>
              <a:t>10</a:t>
            </a:fld>
            <a:endParaRPr lang="en-US"/>
          </a:p>
        </p:txBody>
      </p:sp>
      <p:pic>
        <p:nvPicPr>
          <p:cNvPr id="7" name="Picture 6">
            <a:extLst>
              <a:ext uri="{FF2B5EF4-FFF2-40B4-BE49-F238E27FC236}">
                <a16:creationId xmlns:a16="http://schemas.microsoft.com/office/drawing/2014/main" id="{588B97D4-063E-527A-D9AF-D10B3EFD69B6}"/>
              </a:ext>
            </a:extLst>
          </p:cNvPr>
          <p:cNvPicPr>
            <a:picLocks noChangeAspect="1"/>
          </p:cNvPicPr>
          <p:nvPr/>
        </p:nvPicPr>
        <p:blipFill>
          <a:blip r:embed="rId2"/>
          <a:stretch>
            <a:fillRect/>
          </a:stretch>
        </p:blipFill>
        <p:spPr>
          <a:xfrm>
            <a:off x="5476055" y="2298193"/>
            <a:ext cx="6572562" cy="3685748"/>
          </a:xfrm>
          <a:prstGeom prst="rect">
            <a:avLst/>
          </a:prstGeom>
        </p:spPr>
      </p:pic>
    </p:spTree>
    <p:extLst>
      <p:ext uri="{BB962C8B-B14F-4D97-AF65-F5344CB8AC3E}">
        <p14:creationId xmlns:p14="http://schemas.microsoft.com/office/powerpoint/2010/main" val="33460321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7997C46-E143-23A9-C08A-9525E0F21E45}"/>
              </a:ext>
            </a:extLst>
          </p:cNvPr>
          <p:cNvSpPr>
            <a:spLocks noGrp="1"/>
          </p:cNvSpPr>
          <p:nvPr>
            <p:ph idx="1"/>
          </p:nvPr>
        </p:nvSpPr>
        <p:spPr/>
        <p:txBody>
          <a:bodyPr/>
          <a:lstStyle/>
          <a:p>
            <a:r>
              <a:rPr lang="en-US" dirty="0"/>
              <a:t>Classification for predicting class labels</a:t>
            </a:r>
          </a:p>
          <a:p>
            <a:pPr lvl="1"/>
            <a:r>
              <a:rPr lang="en-US" dirty="0"/>
              <a:t>Predict</a:t>
            </a:r>
          </a:p>
          <a:p>
            <a:pPr lvl="2"/>
            <a:r>
              <a:rPr lang="en-US" dirty="0"/>
              <a:t>the categorical class labels of new instances, based on past observations.</a:t>
            </a:r>
          </a:p>
          <a:p>
            <a:pPr lvl="2"/>
            <a:endParaRPr lang="en-US" dirty="0"/>
          </a:p>
        </p:txBody>
      </p:sp>
      <p:sp>
        <p:nvSpPr>
          <p:cNvPr id="3" name="Date Placeholder 2">
            <a:extLst>
              <a:ext uri="{FF2B5EF4-FFF2-40B4-BE49-F238E27FC236}">
                <a16:creationId xmlns:a16="http://schemas.microsoft.com/office/drawing/2014/main" id="{55E01E24-FB52-9C9B-546F-C237305688CA}"/>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DE2979E6-DE70-0237-A7CF-9001EEC2A4F6}"/>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2B2193B8-A408-4092-A4C6-69B616F0B851}"/>
              </a:ext>
            </a:extLst>
          </p:cNvPr>
          <p:cNvSpPr>
            <a:spLocks noGrp="1"/>
          </p:cNvSpPr>
          <p:nvPr>
            <p:ph type="sldNum" sz="quarter" idx="12"/>
          </p:nvPr>
        </p:nvSpPr>
        <p:spPr/>
        <p:txBody>
          <a:bodyPr/>
          <a:lstStyle/>
          <a:p>
            <a:fld id="{FFE5CEB7-2A15-4D32-876E-AD9AEE3F0429}" type="slidenum">
              <a:rPr lang="en-US" smtClean="0"/>
              <a:t>11</a:t>
            </a:fld>
            <a:endParaRPr lang="en-US"/>
          </a:p>
        </p:txBody>
      </p:sp>
      <p:pic>
        <p:nvPicPr>
          <p:cNvPr id="7" name="Picture 6">
            <a:extLst>
              <a:ext uri="{FF2B5EF4-FFF2-40B4-BE49-F238E27FC236}">
                <a16:creationId xmlns:a16="http://schemas.microsoft.com/office/drawing/2014/main" id="{69FAF187-A1F6-834E-6D3D-30615B0B474B}"/>
              </a:ext>
            </a:extLst>
          </p:cNvPr>
          <p:cNvPicPr>
            <a:picLocks noChangeAspect="1"/>
          </p:cNvPicPr>
          <p:nvPr/>
        </p:nvPicPr>
        <p:blipFill>
          <a:blip r:embed="rId2"/>
          <a:stretch>
            <a:fillRect/>
          </a:stretch>
        </p:blipFill>
        <p:spPr>
          <a:xfrm>
            <a:off x="6799453" y="1335499"/>
            <a:ext cx="5392547" cy="4187001"/>
          </a:xfrm>
          <a:prstGeom prst="rect">
            <a:avLst/>
          </a:prstGeom>
        </p:spPr>
      </p:pic>
    </p:spTree>
    <p:extLst>
      <p:ext uri="{BB962C8B-B14F-4D97-AF65-F5344CB8AC3E}">
        <p14:creationId xmlns:p14="http://schemas.microsoft.com/office/powerpoint/2010/main" val="19238652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965986B-27C6-1A05-A7E5-9663EF16CEA8}"/>
              </a:ext>
            </a:extLst>
          </p:cNvPr>
          <p:cNvSpPr>
            <a:spLocks noGrp="1"/>
          </p:cNvSpPr>
          <p:nvPr>
            <p:ph idx="1"/>
          </p:nvPr>
        </p:nvSpPr>
        <p:spPr/>
        <p:txBody>
          <a:bodyPr/>
          <a:lstStyle/>
          <a:p>
            <a:r>
              <a:rPr lang="en-US" dirty="0"/>
              <a:t>Regression for predicting continuous outcomes</a:t>
            </a:r>
          </a:p>
          <a:p>
            <a:pPr lvl="1"/>
            <a:r>
              <a:rPr lang="en-US" dirty="0"/>
              <a:t>A second type of supervised learning</a:t>
            </a:r>
          </a:p>
          <a:p>
            <a:pPr lvl="2"/>
            <a:r>
              <a:rPr lang="en-US" dirty="0"/>
              <a:t>is the prediction of continuous outcomes, which is also called regression analysis</a:t>
            </a:r>
          </a:p>
          <a:p>
            <a:pPr lvl="2"/>
            <a:r>
              <a:rPr lang="en-US" dirty="0"/>
              <a:t>given a number of predictor (explanatory) variables and</a:t>
            </a:r>
          </a:p>
          <a:p>
            <a:pPr lvl="3"/>
            <a:r>
              <a:rPr lang="en-US" dirty="0"/>
              <a:t>a continuous response variable (outcome), and we try to find a relationship between</a:t>
            </a:r>
          </a:p>
          <a:p>
            <a:pPr lvl="3"/>
            <a:r>
              <a:rPr lang="en-US" dirty="0"/>
              <a:t>those variables that allows us to predict an outcome.</a:t>
            </a:r>
          </a:p>
        </p:txBody>
      </p:sp>
      <p:sp>
        <p:nvSpPr>
          <p:cNvPr id="3" name="Date Placeholder 2">
            <a:extLst>
              <a:ext uri="{FF2B5EF4-FFF2-40B4-BE49-F238E27FC236}">
                <a16:creationId xmlns:a16="http://schemas.microsoft.com/office/drawing/2014/main" id="{42B84EAA-D365-9298-BFA1-8E9E3E15F0DA}"/>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AC5FE51C-A077-EA3C-129D-1EF150542DE3}"/>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45254672-C2CA-F880-D56A-D235447C7DF7}"/>
              </a:ext>
            </a:extLst>
          </p:cNvPr>
          <p:cNvSpPr>
            <a:spLocks noGrp="1"/>
          </p:cNvSpPr>
          <p:nvPr>
            <p:ph type="sldNum" sz="quarter" idx="12"/>
          </p:nvPr>
        </p:nvSpPr>
        <p:spPr/>
        <p:txBody>
          <a:bodyPr/>
          <a:lstStyle/>
          <a:p>
            <a:fld id="{FFE5CEB7-2A15-4D32-876E-AD9AEE3F0429}" type="slidenum">
              <a:rPr lang="en-US" smtClean="0"/>
              <a:t>12</a:t>
            </a:fld>
            <a:endParaRPr lang="en-US"/>
          </a:p>
        </p:txBody>
      </p:sp>
      <p:pic>
        <p:nvPicPr>
          <p:cNvPr id="7" name="Picture 6">
            <a:extLst>
              <a:ext uri="{FF2B5EF4-FFF2-40B4-BE49-F238E27FC236}">
                <a16:creationId xmlns:a16="http://schemas.microsoft.com/office/drawing/2014/main" id="{14612FB9-EB4A-6FA5-72BB-85EF96E793F2}"/>
              </a:ext>
            </a:extLst>
          </p:cNvPr>
          <p:cNvPicPr>
            <a:picLocks noChangeAspect="1"/>
          </p:cNvPicPr>
          <p:nvPr/>
        </p:nvPicPr>
        <p:blipFill>
          <a:blip r:embed="rId2"/>
          <a:stretch>
            <a:fillRect/>
          </a:stretch>
        </p:blipFill>
        <p:spPr>
          <a:xfrm>
            <a:off x="5761919" y="2194957"/>
            <a:ext cx="5058481" cy="3982006"/>
          </a:xfrm>
          <a:prstGeom prst="rect">
            <a:avLst/>
          </a:prstGeom>
        </p:spPr>
      </p:pic>
    </p:spTree>
    <p:extLst>
      <p:ext uri="{BB962C8B-B14F-4D97-AF65-F5344CB8AC3E}">
        <p14:creationId xmlns:p14="http://schemas.microsoft.com/office/powerpoint/2010/main" val="31339552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FB40231-F27A-3A4E-AE26-61D9274429AF}"/>
              </a:ext>
            </a:extLst>
          </p:cNvPr>
          <p:cNvSpPr>
            <a:spLocks noGrp="1"/>
          </p:cNvSpPr>
          <p:nvPr>
            <p:ph idx="1"/>
          </p:nvPr>
        </p:nvSpPr>
        <p:spPr/>
        <p:txBody>
          <a:bodyPr/>
          <a:lstStyle/>
          <a:p>
            <a:r>
              <a:rPr lang="en-US" dirty="0"/>
              <a:t>Solving interactive problems with reinforcement learning</a:t>
            </a:r>
          </a:p>
          <a:p>
            <a:pPr lvl="1"/>
            <a:r>
              <a:rPr lang="en-US" dirty="0"/>
              <a:t>Reinforcement Learning (RL) frames </a:t>
            </a:r>
          </a:p>
          <a:p>
            <a:pPr lvl="2"/>
            <a:r>
              <a:rPr lang="en-US" dirty="0"/>
              <a:t>interactive problems as </a:t>
            </a:r>
          </a:p>
          <a:p>
            <a:pPr lvl="3"/>
            <a:r>
              <a:rPr lang="en-US" dirty="0"/>
              <a:t>a continuous feedback loop where </a:t>
            </a:r>
          </a:p>
          <a:p>
            <a:pPr lvl="3"/>
            <a:r>
              <a:rPr lang="en-US" dirty="0"/>
              <a:t>an </a:t>
            </a:r>
            <a:r>
              <a:rPr lang="en-US" b="1" dirty="0"/>
              <a:t>agent</a:t>
            </a:r>
            <a:r>
              <a:rPr lang="en-US" dirty="0"/>
              <a:t> observes a </a:t>
            </a:r>
            <a:r>
              <a:rPr lang="en-US" b="1" dirty="0"/>
              <a:t>state</a:t>
            </a:r>
            <a:r>
              <a:rPr lang="en-US" dirty="0"/>
              <a:t>, </a:t>
            </a:r>
          </a:p>
          <a:p>
            <a:pPr lvl="3"/>
            <a:r>
              <a:rPr lang="en-US" dirty="0"/>
              <a:t>takes an </a:t>
            </a:r>
            <a:r>
              <a:rPr lang="en-US" b="1" dirty="0"/>
              <a:t>action</a:t>
            </a:r>
            <a:r>
              <a:rPr lang="en-US" dirty="0"/>
              <a:t>, </a:t>
            </a:r>
          </a:p>
          <a:p>
            <a:pPr lvl="3"/>
            <a:r>
              <a:rPr lang="en-US" dirty="0"/>
              <a:t>receives a </a:t>
            </a:r>
            <a:r>
              <a:rPr lang="en-US" b="1" dirty="0"/>
              <a:t>reward</a:t>
            </a:r>
            <a:r>
              <a:rPr lang="en-US" dirty="0"/>
              <a:t>, and </a:t>
            </a:r>
          </a:p>
          <a:p>
            <a:pPr lvl="3"/>
            <a:r>
              <a:rPr lang="en-US" dirty="0"/>
              <a:t>transitions to a </a:t>
            </a:r>
            <a:r>
              <a:rPr lang="en-US" b="1" dirty="0"/>
              <a:t>new state</a:t>
            </a:r>
            <a:r>
              <a:rPr lang="en-US" dirty="0"/>
              <a:t>.</a:t>
            </a:r>
          </a:p>
          <a:p>
            <a:pPr lvl="2"/>
            <a:endParaRPr lang="en-US" dirty="0"/>
          </a:p>
        </p:txBody>
      </p:sp>
      <p:sp>
        <p:nvSpPr>
          <p:cNvPr id="3" name="Date Placeholder 2">
            <a:extLst>
              <a:ext uri="{FF2B5EF4-FFF2-40B4-BE49-F238E27FC236}">
                <a16:creationId xmlns:a16="http://schemas.microsoft.com/office/drawing/2014/main" id="{167BB3F9-5B23-3E1F-6C5B-973A212A7DBD}"/>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7E20EAC5-86CE-0BB0-3A97-CEAD7DD2DF1D}"/>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5CE66727-BEE8-FFEC-91C6-A51C6D8F3B32}"/>
              </a:ext>
            </a:extLst>
          </p:cNvPr>
          <p:cNvSpPr>
            <a:spLocks noGrp="1"/>
          </p:cNvSpPr>
          <p:nvPr>
            <p:ph type="sldNum" sz="quarter" idx="12"/>
          </p:nvPr>
        </p:nvSpPr>
        <p:spPr/>
        <p:txBody>
          <a:bodyPr/>
          <a:lstStyle/>
          <a:p>
            <a:fld id="{FFE5CEB7-2A15-4D32-876E-AD9AEE3F0429}" type="slidenum">
              <a:rPr lang="en-US" smtClean="0"/>
              <a:t>13</a:t>
            </a:fld>
            <a:endParaRPr lang="en-US"/>
          </a:p>
        </p:txBody>
      </p:sp>
      <p:pic>
        <p:nvPicPr>
          <p:cNvPr id="7" name="Picture 6">
            <a:extLst>
              <a:ext uri="{FF2B5EF4-FFF2-40B4-BE49-F238E27FC236}">
                <a16:creationId xmlns:a16="http://schemas.microsoft.com/office/drawing/2014/main" id="{4BC1047E-1C9D-D8EA-297F-21BD1B138087}"/>
              </a:ext>
            </a:extLst>
          </p:cNvPr>
          <p:cNvPicPr>
            <a:picLocks noChangeAspect="1"/>
          </p:cNvPicPr>
          <p:nvPr/>
        </p:nvPicPr>
        <p:blipFill>
          <a:blip r:embed="rId2"/>
          <a:stretch>
            <a:fillRect/>
          </a:stretch>
        </p:blipFill>
        <p:spPr>
          <a:xfrm>
            <a:off x="5078198" y="1568543"/>
            <a:ext cx="6830126" cy="3164822"/>
          </a:xfrm>
          <a:prstGeom prst="rect">
            <a:avLst/>
          </a:prstGeom>
        </p:spPr>
      </p:pic>
    </p:spTree>
    <p:extLst>
      <p:ext uri="{BB962C8B-B14F-4D97-AF65-F5344CB8AC3E}">
        <p14:creationId xmlns:p14="http://schemas.microsoft.com/office/powerpoint/2010/main" val="33333853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84A04B17-EC9C-2B3C-E109-DA265F269233}"/>
                  </a:ext>
                </a:extLst>
              </p:cNvPr>
              <p:cNvSpPr>
                <a:spLocks noGrp="1"/>
              </p:cNvSpPr>
              <p:nvPr>
                <p:ph idx="1"/>
              </p:nvPr>
            </p:nvSpPr>
            <p:spPr/>
            <p:txBody>
              <a:bodyPr/>
              <a:lstStyle/>
              <a:p>
                <a:r>
                  <a:rPr lang="en-US" b="1" dirty="0"/>
                  <a:t>Core Components (Markov Decision Process)</a:t>
                </a:r>
              </a:p>
              <a:p>
                <a:pPr lvl="1"/>
                <a:r>
                  <a:rPr lang="en-US" dirty="0"/>
                  <a:t>Reinforcement learning formalizes interactive environments using a </a:t>
                </a:r>
                <a:r>
                  <a:rPr lang="en-US" b="1" dirty="0"/>
                  <a:t>Markov Decision Process (MDP)</a:t>
                </a:r>
                <a:r>
                  <a:rPr lang="en-US" dirty="0"/>
                  <a:t>:</a:t>
                </a:r>
              </a:p>
              <a:p>
                <a:pPr lvl="2"/>
                <a:r>
                  <a:rPr lang="en-US" b="1" dirty="0"/>
                  <a:t>State (</a:t>
                </a:r>
                <a14:m>
                  <m:oMath xmlns:m="http://schemas.openxmlformats.org/officeDocument/2006/math">
                    <m:r>
                      <a:rPr lang="en-US" i="1">
                        <a:latin typeface="Cambria Math" panose="02040503050406030204" pitchFamily="18" charset="0"/>
                      </a:rPr>
                      <m:t>𝑆</m:t>
                    </m:r>
                  </m:oMath>
                </a14:m>
                <a:r>
                  <a:rPr lang="en-US" b="1" dirty="0"/>
                  <a:t>):</a:t>
                </a:r>
                <a:r>
                  <a:rPr lang="en-US" dirty="0"/>
                  <a:t> </a:t>
                </a:r>
              </a:p>
              <a:p>
                <a:pPr lvl="3"/>
                <a:r>
                  <a:rPr lang="en-US" dirty="0"/>
                  <a:t>Complete description of the environment's current situation.</a:t>
                </a:r>
              </a:p>
              <a:p>
                <a:pPr lvl="2"/>
                <a:r>
                  <a:rPr lang="en-US" b="1" dirty="0"/>
                  <a:t>Action (</a:t>
                </a:r>
                <a14:m>
                  <m:oMath xmlns:m="http://schemas.openxmlformats.org/officeDocument/2006/math">
                    <m:r>
                      <a:rPr lang="en-US" i="1">
                        <a:latin typeface="Cambria Math" panose="02040503050406030204" pitchFamily="18" charset="0"/>
                      </a:rPr>
                      <m:t>𝐴</m:t>
                    </m:r>
                  </m:oMath>
                </a14:m>
                <a:r>
                  <a:rPr lang="en-US" b="1" dirty="0"/>
                  <a:t>):</a:t>
                </a:r>
                <a:r>
                  <a:rPr lang="en-US" dirty="0"/>
                  <a:t> </a:t>
                </a:r>
              </a:p>
              <a:p>
                <a:pPr lvl="3"/>
                <a:r>
                  <a:rPr lang="en-US" dirty="0"/>
                  <a:t>Set of all valid moves available to the agent.</a:t>
                </a:r>
              </a:p>
              <a:p>
                <a:pPr lvl="2"/>
                <a:r>
                  <a:rPr lang="en-US" b="1" dirty="0"/>
                  <a:t>Reward (</a:t>
                </a:r>
                <a14:m>
                  <m:oMath xmlns:m="http://schemas.openxmlformats.org/officeDocument/2006/math">
                    <m:r>
                      <a:rPr lang="en-US" i="1">
                        <a:latin typeface="Cambria Math" panose="02040503050406030204" pitchFamily="18" charset="0"/>
                      </a:rPr>
                      <m:t>𝑅</m:t>
                    </m:r>
                  </m:oMath>
                </a14:m>
                <a:r>
                  <a:rPr lang="en-US" b="1" dirty="0"/>
                  <a:t>):</a:t>
                </a:r>
                <a:r>
                  <a:rPr lang="en-US" dirty="0"/>
                  <a:t> </a:t>
                </a:r>
              </a:p>
              <a:p>
                <a:pPr lvl="3"/>
                <a:r>
                  <a:rPr lang="en-US" dirty="0"/>
                  <a:t>Scalar feedback signal evaluating the immediate outcome of an action.</a:t>
                </a:r>
              </a:p>
              <a:p>
                <a:pPr lvl="2"/>
                <a:r>
                  <a:rPr lang="en-US" b="1" dirty="0"/>
                  <a:t>Policy (</a:t>
                </a:r>
                <a14:m>
                  <m:oMath xmlns:m="http://schemas.openxmlformats.org/officeDocument/2006/math">
                    <m:r>
                      <a:rPr lang="en-US" i="1">
                        <a:latin typeface="Cambria Math" panose="02040503050406030204" pitchFamily="18" charset="0"/>
                      </a:rPr>
                      <m:t>𝜋</m:t>
                    </m:r>
                  </m:oMath>
                </a14:m>
                <a:r>
                  <a:rPr lang="en-US" b="1" dirty="0"/>
                  <a:t>):</a:t>
                </a:r>
                <a:r>
                  <a:rPr lang="en-US" dirty="0"/>
                  <a:t> </a:t>
                </a:r>
              </a:p>
              <a:p>
                <a:pPr lvl="3"/>
                <a:r>
                  <a:rPr lang="en-US" dirty="0"/>
                  <a:t>The agent’s decision-making strategy (</a:t>
                </a:r>
                <a14:m>
                  <m:oMath xmlns:m="http://schemas.openxmlformats.org/officeDocument/2006/math">
                    <m:r>
                      <a:rPr lang="en-US" i="1">
                        <a:latin typeface="Cambria Math" panose="02040503050406030204" pitchFamily="18" charset="0"/>
                      </a:rPr>
                      <m:t>𝜋</m:t>
                    </m:r>
                    <m:d>
                      <m:dPr>
                        <m:ctrlPr>
                          <a:rPr lang="en-US" i="1">
                            <a:latin typeface="Cambria Math" panose="02040503050406030204" pitchFamily="18" charset="0"/>
                          </a:rPr>
                        </m:ctrlPr>
                      </m:dPr>
                      <m:e>
                        <m:r>
                          <a:rPr lang="en-US" i="1">
                            <a:latin typeface="Cambria Math" panose="02040503050406030204" pitchFamily="18" charset="0"/>
                          </a:rPr>
                          <m:t>𝑎</m:t>
                        </m:r>
                        <m:r>
                          <a:rPr lang="en-US">
                            <a:latin typeface="Cambria Math" panose="02040503050406030204" pitchFamily="18" charset="0"/>
                          </a:rPr>
                          <m:t>|</m:t>
                        </m:r>
                        <m:r>
                          <a:rPr lang="en-US" i="1">
                            <a:latin typeface="Cambria Math" panose="02040503050406030204" pitchFamily="18" charset="0"/>
                          </a:rPr>
                          <m:t>𝑠</m:t>
                        </m:r>
                      </m:e>
                    </m:d>
                  </m:oMath>
                </a14:m>
                <a:r>
                  <a:rPr lang="en-US" dirty="0"/>
                  <a:t> mapping states to actions).</a:t>
                </a:r>
              </a:p>
              <a:p>
                <a:pPr lvl="2"/>
                <a:r>
                  <a:rPr lang="en-US" b="1" dirty="0"/>
                  <a:t>Value Function (</a:t>
                </a:r>
                <a14:m>
                  <m:oMath xmlns:m="http://schemas.openxmlformats.org/officeDocument/2006/math">
                    <m:r>
                      <a:rPr lang="en-US" i="1">
                        <a:latin typeface="Cambria Math" panose="02040503050406030204" pitchFamily="18" charset="0"/>
                      </a:rPr>
                      <m:t>𝑉</m:t>
                    </m:r>
                    <m:d>
                      <m:dPr>
                        <m:ctrlPr>
                          <a:rPr lang="en-US" i="1">
                            <a:latin typeface="Cambria Math" panose="02040503050406030204" pitchFamily="18" charset="0"/>
                          </a:rPr>
                        </m:ctrlPr>
                      </m:dPr>
                      <m:e>
                        <m:r>
                          <a:rPr lang="en-US" i="1">
                            <a:latin typeface="Cambria Math" panose="02040503050406030204" pitchFamily="18" charset="0"/>
                          </a:rPr>
                          <m:t>𝑠</m:t>
                        </m:r>
                      </m:e>
                    </m:d>
                  </m:oMath>
                </a14:m>
                <a:r>
                  <a:rPr lang="en-US" b="1" dirty="0"/>
                  <a:t> / </a:t>
                </a:r>
                <a14:m>
                  <m:oMath xmlns:m="http://schemas.openxmlformats.org/officeDocument/2006/math">
                    <m:r>
                      <a:rPr lang="en-US" i="1">
                        <a:latin typeface="Cambria Math" panose="02040503050406030204" pitchFamily="18" charset="0"/>
                      </a:rPr>
                      <m:t>𝑄</m:t>
                    </m:r>
                    <m:d>
                      <m:dPr>
                        <m:ctrlPr>
                          <a:rPr lang="en-US" i="1">
                            <a:latin typeface="Cambria Math" panose="02040503050406030204" pitchFamily="18" charset="0"/>
                          </a:rPr>
                        </m:ctrlPr>
                      </m:dPr>
                      <m:e>
                        <m:r>
                          <a:rPr lang="en-US" i="1">
                            <a:latin typeface="Cambria Math" panose="02040503050406030204" pitchFamily="18" charset="0"/>
                          </a:rPr>
                          <m:t>𝑠</m:t>
                        </m:r>
                        <m:r>
                          <a:rPr lang="en-US">
                            <a:latin typeface="Cambria Math" panose="02040503050406030204" pitchFamily="18" charset="0"/>
                          </a:rPr>
                          <m:t>,</m:t>
                        </m:r>
                        <m:r>
                          <a:rPr lang="en-US" i="1">
                            <a:latin typeface="Cambria Math" panose="02040503050406030204" pitchFamily="18" charset="0"/>
                          </a:rPr>
                          <m:t>𝑎</m:t>
                        </m:r>
                      </m:e>
                    </m:d>
                  </m:oMath>
                </a14:m>
                <a:r>
                  <a:rPr lang="en-US" b="1" dirty="0"/>
                  <a:t>):</a:t>
                </a:r>
                <a:r>
                  <a:rPr lang="en-US" dirty="0"/>
                  <a:t> </a:t>
                </a:r>
              </a:p>
              <a:p>
                <a:pPr lvl="3"/>
                <a:r>
                  <a:rPr lang="en-US" dirty="0"/>
                  <a:t>Expected long-term return starting from a state (or state-action pair).</a:t>
                </a:r>
              </a:p>
              <a:p>
                <a:endParaRPr lang="en-US" dirty="0"/>
              </a:p>
            </p:txBody>
          </p:sp>
        </mc:Choice>
        <mc:Fallback xmlns="">
          <p:sp>
            <p:nvSpPr>
              <p:cNvPr id="2" name="Content Placeholder 1">
                <a:extLst>
                  <a:ext uri="{FF2B5EF4-FFF2-40B4-BE49-F238E27FC236}">
                    <a16:creationId xmlns:a16="http://schemas.microsoft.com/office/drawing/2014/main" id="{84A04B17-EC9C-2B3C-E109-DA265F269233}"/>
                  </a:ext>
                </a:extLst>
              </p:cNvPr>
              <p:cNvSpPr>
                <a:spLocks noGrp="1" noRot="1" noChangeAspect="1" noMove="1" noResize="1" noEditPoints="1" noAdjustHandles="1" noChangeArrowheads="1" noChangeShapeType="1" noTextEdit="1"/>
              </p:cNvSpPr>
              <p:nvPr>
                <p:ph idx="1"/>
              </p:nvPr>
            </p:nvSpPr>
            <p:spPr>
              <a:blipFill>
                <a:blip r:embed="rId2"/>
                <a:stretch>
                  <a:fillRect l="-966" t="-1678"/>
                </a:stretch>
              </a:blipFill>
            </p:spPr>
            <p:txBody>
              <a:bodyPr/>
              <a:lstStyle/>
              <a:p>
                <a:r>
                  <a:rPr lang="en-US">
                    <a:noFill/>
                  </a:rPr>
                  <a:t> </a:t>
                </a:r>
              </a:p>
            </p:txBody>
          </p:sp>
        </mc:Fallback>
      </mc:AlternateContent>
      <p:sp>
        <p:nvSpPr>
          <p:cNvPr id="3" name="Date Placeholder 2">
            <a:extLst>
              <a:ext uri="{FF2B5EF4-FFF2-40B4-BE49-F238E27FC236}">
                <a16:creationId xmlns:a16="http://schemas.microsoft.com/office/drawing/2014/main" id="{646FCF71-CDBD-CD63-4E0E-6D9F292DB754}"/>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8270F62B-0648-5760-F30F-BB6FB723EBE2}"/>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29B45B77-608F-010D-F700-9BC68CF05D91}"/>
              </a:ext>
            </a:extLst>
          </p:cNvPr>
          <p:cNvSpPr>
            <a:spLocks noGrp="1"/>
          </p:cNvSpPr>
          <p:nvPr>
            <p:ph type="sldNum" sz="quarter" idx="12"/>
          </p:nvPr>
        </p:nvSpPr>
        <p:spPr/>
        <p:txBody>
          <a:bodyPr/>
          <a:lstStyle/>
          <a:p>
            <a:fld id="{FFE5CEB7-2A15-4D32-876E-AD9AEE3F0429}" type="slidenum">
              <a:rPr lang="en-US" smtClean="0"/>
              <a:t>14</a:t>
            </a:fld>
            <a:endParaRPr lang="en-US"/>
          </a:p>
        </p:txBody>
      </p:sp>
    </p:spTree>
    <p:extLst>
      <p:ext uri="{BB962C8B-B14F-4D97-AF65-F5344CB8AC3E}">
        <p14:creationId xmlns:p14="http://schemas.microsoft.com/office/powerpoint/2010/main" val="15547564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1E8B27F-0C32-D6C7-7CA7-43A5B828646F}"/>
              </a:ext>
            </a:extLst>
          </p:cNvPr>
          <p:cNvSpPr>
            <a:spLocks noGrp="1"/>
          </p:cNvSpPr>
          <p:nvPr>
            <p:ph idx="1"/>
          </p:nvPr>
        </p:nvSpPr>
        <p:spPr/>
        <p:txBody>
          <a:bodyPr/>
          <a:lstStyle/>
          <a:p>
            <a:r>
              <a:rPr lang="en-US" dirty="0"/>
              <a:t>In unsupervised learning, </a:t>
            </a:r>
          </a:p>
          <a:p>
            <a:pPr lvl="1"/>
            <a:r>
              <a:rPr lang="en-US" dirty="0"/>
              <a:t>there is no answer key </a:t>
            </a:r>
          </a:p>
          <a:p>
            <a:pPr lvl="2"/>
            <a:r>
              <a:rPr lang="en-US" dirty="0"/>
              <a:t>the model has to decide what's interesting or meaningful about the data by itself, </a:t>
            </a:r>
          </a:p>
          <a:p>
            <a:pPr lvl="3"/>
            <a:r>
              <a:rPr lang="en-US" dirty="0"/>
              <a:t>usually by exploiting statistical regularities: </a:t>
            </a:r>
          </a:p>
          <a:p>
            <a:pPr lvl="4"/>
            <a:r>
              <a:rPr lang="en-US" dirty="0"/>
              <a:t>which points look similar, which dimensions carry the most variation, which combinations of features tend to co-occur	</a:t>
            </a:r>
          </a:p>
          <a:p>
            <a:pPr lvl="1"/>
            <a:r>
              <a:rPr lang="en-US" dirty="0"/>
              <a:t>Main families of techniques</a:t>
            </a:r>
          </a:p>
          <a:p>
            <a:pPr lvl="2"/>
            <a:r>
              <a:rPr lang="en-US" b="1" dirty="0"/>
              <a:t>Clustering</a:t>
            </a:r>
            <a:r>
              <a:rPr lang="en-US" dirty="0"/>
              <a:t> — grouping similar data points together.</a:t>
            </a:r>
          </a:p>
          <a:p>
            <a:pPr lvl="3"/>
            <a:r>
              <a:rPr lang="en-US" i="1" dirty="0"/>
              <a:t>K-means</a:t>
            </a:r>
            <a:r>
              <a:rPr lang="en-US" dirty="0"/>
              <a:t>: </a:t>
            </a:r>
          </a:p>
          <a:p>
            <a:pPr lvl="4"/>
            <a:r>
              <a:rPr lang="en-US" dirty="0"/>
              <a:t>partitions data into k groups by minimizing distance to group centers.</a:t>
            </a:r>
          </a:p>
          <a:p>
            <a:pPr lvl="3"/>
            <a:r>
              <a:rPr lang="en-US" i="1" dirty="0"/>
              <a:t>Hierarchical clustering</a:t>
            </a:r>
            <a:r>
              <a:rPr lang="en-US" dirty="0"/>
              <a:t>: </a:t>
            </a:r>
          </a:p>
          <a:p>
            <a:pPr lvl="4"/>
            <a:r>
              <a:rPr lang="en-US" dirty="0"/>
              <a:t>builds a tree of nested clusters, useful when you don't know k in advance.</a:t>
            </a:r>
          </a:p>
          <a:p>
            <a:pPr lvl="3"/>
            <a:r>
              <a:rPr lang="en-US" i="1" dirty="0"/>
              <a:t>DBSCAN</a:t>
            </a:r>
            <a:r>
              <a:rPr lang="en-US" dirty="0"/>
              <a:t>: </a:t>
            </a:r>
          </a:p>
          <a:p>
            <a:pPr lvl="4"/>
            <a:r>
              <a:rPr lang="en-US" dirty="0"/>
              <a:t>finds clusters of arbitrary shape based on density, and naturally identifies outliers.</a:t>
            </a:r>
          </a:p>
          <a:p>
            <a:pPr lvl="4"/>
            <a:r>
              <a:rPr lang="en-US" dirty="0"/>
              <a:t>DBSCAN (Density-Based Spatial Clustering of Applications with Noise) </a:t>
            </a:r>
          </a:p>
          <a:p>
            <a:pPr lvl="5"/>
            <a:r>
              <a:rPr lang="en-US" dirty="0"/>
              <a:t>is a popular unsupervised machine learning algorithm. It groups data points based on how closely packed they are, finding clusters of any shape while marking sparse points as noise or outliers.</a:t>
            </a:r>
          </a:p>
          <a:p>
            <a:pPr lvl="2"/>
            <a:endParaRPr lang="en-US" dirty="0"/>
          </a:p>
        </p:txBody>
      </p:sp>
      <p:sp>
        <p:nvSpPr>
          <p:cNvPr id="3" name="Date Placeholder 2">
            <a:extLst>
              <a:ext uri="{FF2B5EF4-FFF2-40B4-BE49-F238E27FC236}">
                <a16:creationId xmlns:a16="http://schemas.microsoft.com/office/drawing/2014/main" id="{2EBF00D2-9B6F-8E23-0E94-9154E26CB5F1}"/>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48571681-7363-6B7E-1F83-6807428E80C5}"/>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7A64D31F-4E24-757E-840F-BFAC18DAC267}"/>
              </a:ext>
            </a:extLst>
          </p:cNvPr>
          <p:cNvSpPr>
            <a:spLocks noGrp="1"/>
          </p:cNvSpPr>
          <p:nvPr>
            <p:ph type="sldNum" sz="quarter" idx="12"/>
          </p:nvPr>
        </p:nvSpPr>
        <p:spPr/>
        <p:txBody>
          <a:bodyPr/>
          <a:lstStyle/>
          <a:p>
            <a:fld id="{FFE5CEB7-2A15-4D32-876E-AD9AEE3F0429}" type="slidenum">
              <a:rPr lang="en-US" smtClean="0"/>
              <a:t>15</a:t>
            </a:fld>
            <a:endParaRPr lang="en-US"/>
          </a:p>
        </p:txBody>
      </p:sp>
    </p:spTree>
    <p:extLst>
      <p:ext uri="{BB962C8B-B14F-4D97-AF65-F5344CB8AC3E}">
        <p14:creationId xmlns:p14="http://schemas.microsoft.com/office/powerpoint/2010/main" val="33956927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97B3E4-F366-F0F0-6D41-00FE28C29B66}"/>
              </a:ext>
            </a:extLst>
          </p:cNvPr>
          <p:cNvSpPr>
            <a:spLocks noGrp="1"/>
          </p:cNvSpPr>
          <p:nvPr>
            <p:ph idx="1"/>
          </p:nvPr>
        </p:nvSpPr>
        <p:spPr/>
        <p:txBody>
          <a:bodyPr/>
          <a:lstStyle/>
          <a:p>
            <a:r>
              <a:rPr lang="en-US" dirty="0"/>
              <a:t>Main families of techniques</a:t>
            </a:r>
            <a:endParaRPr lang="en-US" b="1" dirty="0"/>
          </a:p>
          <a:p>
            <a:pPr lvl="1"/>
            <a:r>
              <a:rPr lang="en-US" b="1" dirty="0"/>
              <a:t>Dimensionality reduction</a:t>
            </a:r>
            <a:r>
              <a:rPr lang="en-US" dirty="0"/>
              <a:t> — compressing data into fewer dimensions while preserving structure.</a:t>
            </a:r>
          </a:p>
          <a:p>
            <a:pPr lvl="2"/>
            <a:r>
              <a:rPr lang="en-US" i="1" dirty="0"/>
              <a:t>PCA (Principal Component Analysis)</a:t>
            </a:r>
            <a:r>
              <a:rPr lang="en-US" dirty="0"/>
              <a:t>: </a:t>
            </a:r>
          </a:p>
          <a:p>
            <a:pPr lvl="3"/>
            <a:r>
              <a:rPr lang="en-US" dirty="0"/>
              <a:t>finds the directions of greatest variance in the data.</a:t>
            </a:r>
          </a:p>
          <a:p>
            <a:pPr lvl="2"/>
            <a:r>
              <a:rPr lang="en-US" i="1" dirty="0"/>
              <a:t>t-SNE / UMAP</a:t>
            </a:r>
            <a:r>
              <a:rPr lang="en-US" dirty="0"/>
              <a:t>: </a:t>
            </a:r>
          </a:p>
          <a:p>
            <a:pPr lvl="3"/>
            <a:r>
              <a:rPr lang="en-US" dirty="0"/>
              <a:t>nonlinear techniques good for visualizing high-dimensional data in 2D or 3D.</a:t>
            </a:r>
          </a:p>
          <a:p>
            <a:pPr lvl="2"/>
            <a:r>
              <a:rPr lang="en-US" i="1" dirty="0"/>
              <a:t>Autoencoders</a:t>
            </a:r>
            <a:r>
              <a:rPr lang="en-US" dirty="0"/>
              <a:t>: </a:t>
            </a:r>
          </a:p>
          <a:p>
            <a:pPr lvl="3"/>
            <a:r>
              <a:rPr lang="en-US" dirty="0"/>
              <a:t>neural networks that learn a compressed "bottleneck" representation of the data.</a:t>
            </a:r>
          </a:p>
          <a:p>
            <a:pPr lvl="1"/>
            <a:r>
              <a:rPr lang="en-US" b="1" dirty="0"/>
              <a:t>Association rule learning</a:t>
            </a:r>
            <a:r>
              <a:rPr lang="en-US" dirty="0"/>
              <a:t> — finding relationships between variables, like "customers who buy bread often buy butter too" (classic market-basket analysis).</a:t>
            </a:r>
          </a:p>
          <a:p>
            <a:pPr lvl="1"/>
            <a:r>
              <a:rPr lang="en-US" b="1" dirty="0"/>
              <a:t>Anomaly detection</a:t>
            </a:r>
            <a:r>
              <a:rPr lang="en-US" dirty="0"/>
              <a:t> — identifying data points that don't fit the learned structure, used for fraud detection, network intrusion detection, or manufacturing defect spotting.</a:t>
            </a:r>
          </a:p>
          <a:p>
            <a:pPr lvl="1"/>
            <a:endParaRPr lang="en-US" dirty="0"/>
          </a:p>
          <a:p>
            <a:endParaRPr lang="en-US" dirty="0"/>
          </a:p>
        </p:txBody>
      </p:sp>
      <p:sp>
        <p:nvSpPr>
          <p:cNvPr id="3" name="Date Placeholder 2">
            <a:extLst>
              <a:ext uri="{FF2B5EF4-FFF2-40B4-BE49-F238E27FC236}">
                <a16:creationId xmlns:a16="http://schemas.microsoft.com/office/drawing/2014/main" id="{B7FC6EE3-BECB-F5BF-4FA6-6826ED5D3B69}"/>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A3738995-CB30-409D-4F69-ADA0AE8C7ECB}"/>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5836044B-DFF8-7E04-B5E1-D145722BAAEB}"/>
              </a:ext>
            </a:extLst>
          </p:cNvPr>
          <p:cNvSpPr>
            <a:spLocks noGrp="1"/>
          </p:cNvSpPr>
          <p:nvPr>
            <p:ph type="sldNum" sz="quarter" idx="12"/>
          </p:nvPr>
        </p:nvSpPr>
        <p:spPr/>
        <p:txBody>
          <a:bodyPr/>
          <a:lstStyle/>
          <a:p>
            <a:fld id="{FFE5CEB7-2A15-4D32-876E-AD9AEE3F0429}" type="slidenum">
              <a:rPr lang="en-US" smtClean="0"/>
              <a:t>16</a:t>
            </a:fld>
            <a:endParaRPr lang="en-US"/>
          </a:p>
        </p:txBody>
      </p:sp>
    </p:spTree>
    <p:extLst>
      <p:ext uri="{BB962C8B-B14F-4D97-AF65-F5344CB8AC3E}">
        <p14:creationId xmlns:p14="http://schemas.microsoft.com/office/powerpoint/2010/main" val="15977847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EF6F53C-E842-19EE-63E3-2F41DCAB7D4E}"/>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4BC50785-43BD-08AD-7B41-A0DE44F24224}"/>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4C8F8768-332A-DF55-908E-8428CDF7EF8D}"/>
              </a:ext>
            </a:extLst>
          </p:cNvPr>
          <p:cNvSpPr>
            <a:spLocks noGrp="1"/>
          </p:cNvSpPr>
          <p:nvPr>
            <p:ph type="sldNum" sz="quarter" idx="12"/>
          </p:nvPr>
        </p:nvSpPr>
        <p:spPr/>
        <p:txBody>
          <a:bodyPr/>
          <a:lstStyle/>
          <a:p>
            <a:fld id="{FFE5CEB7-2A15-4D32-876E-AD9AEE3F0429}" type="slidenum">
              <a:rPr lang="en-US" smtClean="0"/>
              <a:t>17</a:t>
            </a:fld>
            <a:endParaRPr lang="en-US"/>
          </a:p>
        </p:txBody>
      </p:sp>
      <p:sp>
        <p:nvSpPr>
          <p:cNvPr id="9" name="Content Placeholder 8">
            <a:extLst>
              <a:ext uri="{FF2B5EF4-FFF2-40B4-BE49-F238E27FC236}">
                <a16:creationId xmlns:a16="http://schemas.microsoft.com/office/drawing/2014/main" id="{6A198D25-C568-739B-9150-B35EA2CD6815}"/>
              </a:ext>
            </a:extLst>
          </p:cNvPr>
          <p:cNvSpPr>
            <a:spLocks noGrp="1"/>
          </p:cNvSpPr>
          <p:nvPr>
            <p:ph idx="1"/>
          </p:nvPr>
        </p:nvSpPr>
        <p:spPr/>
        <p:txBody>
          <a:bodyPr/>
          <a:lstStyle/>
          <a:p>
            <a:r>
              <a:rPr lang="en-US" dirty="0"/>
              <a:t>Unsupervised learning </a:t>
            </a:r>
          </a:p>
          <a:p>
            <a:pPr lvl="1"/>
            <a:r>
              <a:rPr lang="en-US" dirty="0"/>
              <a:t>is what you reach for when labeling data is expensive, impossible, or the point is discovery rather than prediction. </a:t>
            </a:r>
          </a:p>
          <a:p>
            <a:pPr lvl="1"/>
            <a:r>
              <a:rPr lang="en-US" dirty="0"/>
              <a:t>It powers:</a:t>
            </a:r>
          </a:p>
          <a:p>
            <a:pPr lvl="2"/>
            <a:r>
              <a:rPr lang="en-US" b="1" dirty="0"/>
              <a:t>Customer segmentation</a:t>
            </a:r>
            <a:r>
              <a:rPr lang="en-US" dirty="0"/>
              <a:t> </a:t>
            </a:r>
          </a:p>
          <a:p>
            <a:pPr lvl="3"/>
            <a:r>
              <a:rPr lang="en-US" dirty="0"/>
              <a:t>in marketing (grouping users by behavior without predefined categories)</a:t>
            </a:r>
          </a:p>
          <a:p>
            <a:pPr lvl="2"/>
            <a:r>
              <a:rPr lang="en-US" b="1" dirty="0"/>
              <a:t>Recommendation systems</a:t>
            </a:r>
            <a:r>
              <a:rPr lang="en-US" dirty="0"/>
              <a:t> </a:t>
            </a:r>
          </a:p>
          <a:p>
            <a:pPr lvl="3"/>
            <a:r>
              <a:rPr lang="en-US" dirty="0"/>
              <a:t>(finding latent structure in what people like)</a:t>
            </a:r>
          </a:p>
          <a:p>
            <a:pPr lvl="2"/>
            <a:r>
              <a:rPr lang="en-US" b="1" dirty="0"/>
              <a:t>Genomics</a:t>
            </a:r>
            <a:r>
              <a:rPr lang="en-US" dirty="0"/>
              <a:t> </a:t>
            </a:r>
          </a:p>
          <a:p>
            <a:pPr lvl="3"/>
            <a:r>
              <a:rPr lang="en-US" dirty="0"/>
              <a:t>(clustering gene expression patterns)</a:t>
            </a:r>
          </a:p>
          <a:p>
            <a:pPr lvl="2"/>
            <a:r>
              <a:rPr lang="en-US" b="1" dirty="0"/>
              <a:t>Exploratory data analysis</a:t>
            </a:r>
            <a:r>
              <a:rPr lang="en-US" dirty="0"/>
              <a:t> </a:t>
            </a:r>
          </a:p>
          <a:p>
            <a:pPr lvl="3"/>
            <a:r>
              <a:rPr lang="en-US" dirty="0"/>
              <a:t>(understanding a new dataset before deciding what to model)</a:t>
            </a:r>
          </a:p>
          <a:p>
            <a:pPr lvl="2"/>
            <a:r>
              <a:rPr lang="en-US" b="1" dirty="0"/>
              <a:t>Pretraining for other models</a:t>
            </a:r>
            <a:r>
              <a:rPr lang="en-US" dirty="0"/>
              <a:t> </a:t>
            </a:r>
          </a:p>
          <a:p>
            <a:pPr lvl="3"/>
            <a:r>
              <a:rPr lang="en-US" dirty="0"/>
              <a:t>(learned representations often feed into downstream supervised tasks)</a:t>
            </a:r>
          </a:p>
          <a:p>
            <a:pPr lvl="1"/>
            <a:r>
              <a:rPr lang="en-US" dirty="0"/>
              <a:t>The core challenge</a:t>
            </a:r>
          </a:p>
          <a:p>
            <a:pPr lvl="2"/>
            <a:r>
              <a:rPr lang="en-US" dirty="0"/>
              <a:t>Because there's no ground truth, evaluating an unsupervised model is harder </a:t>
            </a:r>
          </a:p>
          <a:p>
            <a:endParaRPr lang="en-US" dirty="0"/>
          </a:p>
        </p:txBody>
      </p:sp>
    </p:spTree>
    <p:extLst>
      <p:ext uri="{BB962C8B-B14F-4D97-AF65-F5344CB8AC3E}">
        <p14:creationId xmlns:p14="http://schemas.microsoft.com/office/powerpoint/2010/main" val="7993780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A1B151E-9B37-B93A-85B3-BCA074A9F5DC}"/>
              </a:ext>
            </a:extLst>
          </p:cNvPr>
          <p:cNvSpPr>
            <a:spLocks noGrp="1"/>
          </p:cNvSpPr>
          <p:nvPr>
            <p:ph idx="1"/>
          </p:nvPr>
        </p:nvSpPr>
        <p:spPr/>
        <p:txBody>
          <a:bodyPr>
            <a:normAutofit/>
          </a:bodyPr>
          <a:lstStyle/>
          <a:p>
            <a:r>
              <a:rPr lang="en-US" dirty="0"/>
              <a:t>Dimensionality reduction for data compression</a:t>
            </a:r>
          </a:p>
          <a:p>
            <a:pPr lvl="1"/>
            <a:r>
              <a:rPr lang="en-US" dirty="0"/>
              <a:t>Dimensionality reduction takes </a:t>
            </a:r>
          </a:p>
          <a:p>
            <a:pPr lvl="2"/>
            <a:r>
              <a:rPr lang="en-US" dirty="0"/>
              <a:t>data with many features (dimensions) and </a:t>
            </a:r>
          </a:p>
          <a:p>
            <a:pPr lvl="3"/>
            <a:r>
              <a:rPr lang="en-US" dirty="0"/>
              <a:t>represents it with far fewer, </a:t>
            </a:r>
          </a:p>
          <a:p>
            <a:pPr lvl="3"/>
            <a:r>
              <a:rPr lang="en-US" dirty="0"/>
              <a:t>while preserving as much of the meaningful structure as possible.</a:t>
            </a:r>
          </a:p>
          <a:p>
            <a:pPr lvl="3"/>
            <a:r>
              <a:rPr lang="en-US" dirty="0"/>
              <a:t>as compression</a:t>
            </a:r>
          </a:p>
          <a:p>
            <a:pPr lvl="2"/>
            <a:r>
              <a:rPr lang="en-US" dirty="0"/>
              <a:t>Why "compression" is the right lens</a:t>
            </a:r>
          </a:p>
          <a:p>
            <a:pPr lvl="2"/>
            <a:r>
              <a:rPr lang="en-US" dirty="0"/>
              <a:t>PCA (Principal Component Analysis)</a:t>
            </a:r>
          </a:p>
          <a:p>
            <a:pPr lvl="3"/>
            <a:r>
              <a:rPr lang="en-US" dirty="0"/>
              <a:t>the classic linear approach</a:t>
            </a:r>
          </a:p>
          <a:p>
            <a:pPr lvl="3"/>
            <a:r>
              <a:rPr lang="en-US" dirty="0"/>
              <a:t>It finds the directions (called principal components) along which the data varies the most, and ranks them by how much variance they explain. </a:t>
            </a:r>
          </a:p>
          <a:p>
            <a:pPr lvl="3"/>
            <a:r>
              <a:rPr lang="en-US" dirty="0"/>
              <a:t>If you keep only the top 2 or 3 components out of the original hundreds, you've compressed the data while retaining most of its "spread" — the components that mattered least (often close to noise) get dropped.</a:t>
            </a:r>
          </a:p>
          <a:p>
            <a:pPr lvl="3"/>
            <a:r>
              <a:rPr lang="en-US" b="1" dirty="0"/>
              <a:t>Strength</a:t>
            </a:r>
            <a:r>
              <a:rPr lang="en-US" dirty="0"/>
              <a:t>: </a:t>
            </a:r>
          </a:p>
          <a:p>
            <a:pPr lvl="4"/>
            <a:r>
              <a:rPr lang="en-US" dirty="0"/>
              <a:t>fast, interpretable, deterministic, well understood mathematically.</a:t>
            </a:r>
          </a:p>
          <a:p>
            <a:pPr lvl="3"/>
            <a:r>
              <a:rPr lang="en-US" b="1" dirty="0"/>
              <a:t>Limitation</a:t>
            </a:r>
            <a:r>
              <a:rPr lang="en-US" dirty="0"/>
              <a:t>: </a:t>
            </a:r>
          </a:p>
          <a:p>
            <a:pPr lvl="4"/>
            <a:r>
              <a:rPr lang="en-US" dirty="0"/>
              <a:t>it only captures </a:t>
            </a:r>
            <a:r>
              <a:rPr lang="en-US" i="1" dirty="0"/>
              <a:t>linear</a:t>
            </a:r>
            <a:r>
              <a:rPr lang="en-US" dirty="0"/>
              <a:t> relationships — if your data lies on a curved manifold, PCA will miss that structure.</a:t>
            </a:r>
          </a:p>
          <a:p>
            <a:pPr lvl="2"/>
            <a:endParaRPr lang="en-US" dirty="0"/>
          </a:p>
          <a:p>
            <a:pPr lvl="1"/>
            <a:endParaRPr lang="en-US" dirty="0"/>
          </a:p>
        </p:txBody>
      </p:sp>
      <p:sp>
        <p:nvSpPr>
          <p:cNvPr id="3" name="Date Placeholder 2">
            <a:extLst>
              <a:ext uri="{FF2B5EF4-FFF2-40B4-BE49-F238E27FC236}">
                <a16:creationId xmlns:a16="http://schemas.microsoft.com/office/drawing/2014/main" id="{E804988C-7CC5-DF6D-9879-235E92763C90}"/>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9792D9AE-453A-9E93-64DB-6EFD74D398D6}"/>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5C49660E-C706-27F3-4747-1E7DE705F33B}"/>
              </a:ext>
            </a:extLst>
          </p:cNvPr>
          <p:cNvSpPr>
            <a:spLocks noGrp="1"/>
          </p:cNvSpPr>
          <p:nvPr>
            <p:ph type="sldNum" sz="quarter" idx="12"/>
          </p:nvPr>
        </p:nvSpPr>
        <p:spPr/>
        <p:txBody>
          <a:bodyPr/>
          <a:lstStyle/>
          <a:p>
            <a:fld id="{FFE5CEB7-2A15-4D32-876E-AD9AEE3F0429}" type="slidenum">
              <a:rPr lang="en-US" smtClean="0"/>
              <a:t>18</a:t>
            </a:fld>
            <a:endParaRPr lang="en-US"/>
          </a:p>
        </p:txBody>
      </p:sp>
    </p:spTree>
    <p:extLst>
      <p:ext uri="{BB962C8B-B14F-4D97-AF65-F5344CB8AC3E}">
        <p14:creationId xmlns:p14="http://schemas.microsoft.com/office/powerpoint/2010/main" val="27594270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51297C-1159-46A3-88DF-82E2AF1C19EE}"/>
              </a:ext>
            </a:extLst>
          </p:cNvPr>
          <p:cNvSpPr>
            <a:spLocks noGrp="1"/>
          </p:cNvSpPr>
          <p:nvPr>
            <p:ph idx="1"/>
          </p:nvPr>
        </p:nvSpPr>
        <p:spPr/>
        <p:txBody>
          <a:bodyPr/>
          <a:lstStyle/>
          <a:p>
            <a:r>
              <a:rPr lang="en-US" dirty="0"/>
              <a:t>Notation and conventions used in this book</a:t>
            </a:r>
          </a:p>
          <a:p>
            <a:endParaRPr lang="en-US" dirty="0"/>
          </a:p>
          <a:p>
            <a:endParaRPr lang="en-US" dirty="0"/>
          </a:p>
        </p:txBody>
      </p:sp>
      <p:sp>
        <p:nvSpPr>
          <p:cNvPr id="3" name="Date Placeholder 2">
            <a:extLst>
              <a:ext uri="{FF2B5EF4-FFF2-40B4-BE49-F238E27FC236}">
                <a16:creationId xmlns:a16="http://schemas.microsoft.com/office/drawing/2014/main" id="{62A6E100-9C62-21CC-FE6E-6028A0AD1DEB}"/>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38603A3A-E68B-BEB2-0B4E-BF1A5206B505}"/>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81741BFB-5E84-7AEF-DE91-37267FA33096}"/>
              </a:ext>
            </a:extLst>
          </p:cNvPr>
          <p:cNvSpPr>
            <a:spLocks noGrp="1"/>
          </p:cNvSpPr>
          <p:nvPr>
            <p:ph type="sldNum" sz="quarter" idx="12"/>
          </p:nvPr>
        </p:nvSpPr>
        <p:spPr/>
        <p:txBody>
          <a:bodyPr/>
          <a:lstStyle/>
          <a:p>
            <a:fld id="{FFE5CEB7-2A15-4D32-876E-AD9AEE3F0429}" type="slidenum">
              <a:rPr lang="en-US" smtClean="0"/>
              <a:t>19</a:t>
            </a:fld>
            <a:endParaRPr lang="en-US"/>
          </a:p>
        </p:txBody>
      </p:sp>
      <p:pic>
        <p:nvPicPr>
          <p:cNvPr id="7" name="Picture 6">
            <a:extLst>
              <a:ext uri="{FF2B5EF4-FFF2-40B4-BE49-F238E27FC236}">
                <a16:creationId xmlns:a16="http://schemas.microsoft.com/office/drawing/2014/main" id="{ACD968A7-281E-FE54-6585-8C1A7CBFF53E}"/>
              </a:ext>
            </a:extLst>
          </p:cNvPr>
          <p:cNvPicPr>
            <a:picLocks noChangeAspect="1"/>
          </p:cNvPicPr>
          <p:nvPr/>
        </p:nvPicPr>
        <p:blipFill>
          <a:blip r:embed="rId2"/>
          <a:stretch>
            <a:fillRect/>
          </a:stretch>
        </p:blipFill>
        <p:spPr>
          <a:xfrm>
            <a:off x="2815081" y="885304"/>
            <a:ext cx="6463225" cy="4406354"/>
          </a:xfrm>
          <a:prstGeom prst="rect">
            <a:avLst/>
          </a:prstGeom>
        </p:spPr>
      </p:pic>
    </p:spTree>
    <p:extLst>
      <p:ext uri="{BB962C8B-B14F-4D97-AF65-F5344CB8AC3E}">
        <p14:creationId xmlns:p14="http://schemas.microsoft.com/office/powerpoint/2010/main" val="1006677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8434E66-72BD-4BDE-CD7D-27E3DC29882B}"/>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1899BB1B-0D9E-97F7-32BC-057A8804F052}"/>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7CD28326-F381-D59C-A2D4-2D78DB7ACBC4}"/>
              </a:ext>
            </a:extLst>
          </p:cNvPr>
          <p:cNvSpPr>
            <a:spLocks noGrp="1"/>
          </p:cNvSpPr>
          <p:nvPr>
            <p:ph type="sldNum" sz="quarter" idx="12"/>
          </p:nvPr>
        </p:nvSpPr>
        <p:spPr/>
        <p:txBody>
          <a:bodyPr/>
          <a:lstStyle/>
          <a:p>
            <a:fld id="{FFE5CEB7-2A15-4D32-876E-AD9AEE3F0429}" type="slidenum">
              <a:rPr lang="en-US" smtClean="0"/>
              <a:t>20</a:t>
            </a:fld>
            <a:endParaRPr lang="en-US"/>
          </a:p>
        </p:txBody>
      </p:sp>
      <p:sp>
        <p:nvSpPr>
          <p:cNvPr id="9" name="Content Placeholder 8">
            <a:extLst>
              <a:ext uri="{FF2B5EF4-FFF2-40B4-BE49-F238E27FC236}">
                <a16:creationId xmlns:a16="http://schemas.microsoft.com/office/drawing/2014/main" id="{A7B7F20D-716F-E399-D395-B08B8FB98FC4}"/>
              </a:ext>
            </a:extLst>
          </p:cNvPr>
          <p:cNvSpPr>
            <a:spLocks noGrp="1"/>
          </p:cNvSpPr>
          <p:nvPr>
            <p:ph idx="1"/>
          </p:nvPr>
        </p:nvSpPr>
        <p:spPr/>
        <p:txBody>
          <a:bodyPr/>
          <a:lstStyle/>
          <a:p>
            <a:endParaRPr lang="en-US" dirty="0"/>
          </a:p>
          <a:p>
            <a:endParaRPr lang="en-US" dirty="0"/>
          </a:p>
          <a:p>
            <a:endParaRPr lang="en-US" dirty="0"/>
          </a:p>
          <a:p>
            <a:endParaRPr lang="en-US" dirty="0"/>
          </a:p>
          <a:p>
            <a:endParaRPr lang="en-US" dirty="0"/>
          </a:p>
          <a:p>
            <a:r>
              <a:rPr lang="en-US" dirty="0"/>
              <a:t>Notational conventions</a:t>
            </a:r>
          </a:p>
          <a:p>
            <a:endParaRPr lang="en-US" dirty="0"/>
          </a:p>
          <a:p>
            <a:endParaRPr lang="en-US" dirty="0"/>
          </a:p>
        </p:txBody>
      </p:sp>
      <p:pic>
        <p:nvPicPr>
          <p:cNvPr id="10" name="Content Placeholder 6">
            <a:extLst>
              <a:ext uri="{FF2B5EF4-FFF2-40B4-BE49-F238E27FC236}">
                <a16:creationId xmlns:a16="http://schemas.microsoft.com/office/drawing/2014/main" id="{34CB21A6-B644-02D7-1292-DF38733B7A63}"/>
              </a:ext>
            </a:extLst>
          </p:cNvPr>
          <p:cNvPicPr>
            <a:picLocks noChangeAspect="1"/>
          </p:cNvPicPr>
          <p:nvPr/>
        </p:nvPicPr>
        <p:blipFill>
          <a:blip r:embed="rId2"/>
          <a:stretch>
            <a:fillRect/>
          </a:stretch>
        </p:blipFill>
        <p:spPr>
          <a:xfrm>
            <a:off x="0" y="0"/>
            <a:ext cx="8249801" cy="2038635"/>
          </a:xfrm>
          <a:prstGeom prst="rect">
            <a:avLst/>
          </a:prstGeom>
        </p:spPr>
      </p:pic>
      <p:pic>
        <p:nvPicPr>
          <p:cNvPr id="12" name="Picture 11">
            <a:extLst>
              <a:ext uri="{FF2B5EF4-FFF2-40B4-BE49-F238E27FC236}">
                <a16:creationId xmlns:a16="http://schemas.microsoft.com/office/drawing/2014/main" id="{7C51EE84-457A-0F0A-FBAE-E301FA60E3D8}"/>
              </a:ext>
            </a:extLst>
          </p:cNvPr>
          <p:cNvPicPr>
            <a:picLocks noChangeAspect="1"/>
          </p:cNvPicPr>
          <p:nvPr/>
        </p:nvPicPr>
        <p:blipFill>
          <a:blip r:embed="rId3"/>
          <a:stretch>
            <a:fillRect/>
          </a:stretch>
        </p:blipFill>
        <p:spPr>
          <a:xfrm>
            <a:off x="555700" y="3088481"/>
            <a:ext cx="5820587" cy="3172268"/>
          </a:xfrm>
          <a:prstGeom prst="rect">
            <a:avLst/>
          </a:prstGeom>
        </p:spPr>
      </p:pic>
      <p:pic>
        <p:nvPicPr>
          <p:cNvPr id="14" name="Picture 13">
            <a:extLst>
              <a:ext uri="{FF2B5EF4-FFF2-40B4-BE49-F238E27FC236}">
                <a16:creationId xmlns:a16="http://schemas.microsoft.com/office/drawing/2014/main" id="{0B6B2059-16D2-2799-6452-BE5BB41AFE71}"/>
              </a:ext>
            </a:extLst>
          </p:cNvPr>
          <p:cNvPicPr>
            <a:picLocks noChangeAspect="1"/>
          </p:cNvPicPr>
          <p:nvPr/>
        </p:nvPicPr>
        <p:blipFill>
          <a:blip r:embed="rId4"/>
          <a:stretch>
            <a:fillRect/>
          </a:stretch>
        </p:blipFill>
        <p:spPr>
          <a:xfrm>
            <a:off x="6481482" y="2689413"/>
            <a:ext cx="5576047" cy="3652310"/>
          </a:xfrm>
          <a:prstGeom prst="rect">
            <a:avLst/>
          </a:prstGeom>
        </p:spPr>
      </p:pic>
    </p:spTree>
    <p:extLst>
      <p:ext uri="{BB962C8B-B14F-4D97-AF65-F5344CB8AC3E}">
        <p14:creationId xmlns:p14="http://schemas.microsoft.com/office/powerpoint/2010/main" val="29255514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3510618-02ED-7E05-9F03-5ECE8F4000F9}"/>
              </a:ext>
            </a:extLst>
          </p:cNvPr>
          <p:cNvSpPr>
            <a:spLocks noGrp="1"/>
          </p:cNvSpPr>
          <p:nvPr>
            <p:ph idx="1"/>
          </p:nvPr>
        </p:nvSpPr>
        <p:spPr/>
        <p:txBody>
          <a:bodyPr>
            <a:normAutofit fontScale="92500" lnSpcReduction="10000"/>
          </a:bodyPr>
          <a:lstStyle/>
          <a:p>
            <a:r>
              <a:rPr lang="en-US" dirty="0"/>
              <a:t>Machine learning terminology</a:t>
            </a:r>
          </a:p>
          <a:p>
            <a:pPr lvl="1"/>
            <a:r>
              <a:rPr lang="en-US" dirty="0"/>
              <a:t>Training example: A row in a table representing the dataset and synonymous</a:t>
            </a:r>
          </a:p>
          <a:p>
            <a:pPr lvl="2"/>
            <a:r>
              <a:rPr lang="en-US" dirty="0"/>
              <a:t>with an observation, record, instance, or sample (in most contexts, sample</a:t>
            </a:r>
          </a:p>
          <a:p>
            <a:pPr lvl="2"/>
            <a:r>
              <a:rPr lang="en-US" dirty="0"/>
              <a:t>refers to a collection of training examples).</a:t>
            </a:r>
          </a:p>
          <a:p>
            <a:pPr lvl="1"/>
            <a:r>
              <a:rPr lang="en-US" dirty="0"/>
              <a:t>Training: </a:t>
            </a:r>
          </a:p>
          <a:p>
            <a:pPr lvl="2"/>
            <a:r>
              <a:rPr lang="en-US" dirty="0"/>
              <a:t>Model fitting, for parametric models similar to parameter</a:t>
            </a:r>
          </a:p>
          <a:p>
            <a:pPr lvl="3"/>
            <a:r>
              <a:rPr lang="en-US" dirty="0"/>
              <a:t>estimation.</a:t>
            </a:r>
          </a:p>
          <a:p>
            <a:pPr lvl="1"/>
            <a:r>
              <a:rPr lang="en-US" dirty="0"/>
              <a:t>Feature, abbrev. x: </a:t>
            </a:r>
          </a:p>
          <a:p>
            <a:pPr lvl="2"/>
            <a:r>
              <a:rPr lang="en-US" dirty="0"/>
              <a:t>A column in a data table or data (design) matrix.</a:t>
            </a:r>
          </a:p>
          <a:p>
            <a:pPr lvl="3"/>
            <a:r>
              <a:rPr lang="en-US" dirty="0"/>
              <a:t>Synonymous with predictor, variable, input, attribute, or covariate.</a:t>
            </a:r>
          </a:p>
          <a:p>
            <a:pPr lvl="1"/>
            <a:r>
              <a:rPr lang="en-US" dirty="0"/>
              <a:t>Target, abbrev. y: </a:t>
            </a:r>
          </a:p>
          <a:p>
            <a:pPr lvl="2"/>
            <a:r>
              <a:rPr lang="en-US" dirty="0"/>
              <a:t>Synonymous with outcome, output, response variable,</a:t>
            </a:r>
          </a:p>
          <a:p>
            <a:pPr lvl="3"/>
            <a:r>
              <a:rPr lang="en-US" dirty="0"/>
              <a:t>dependent variable, (class) label, and ground truth.</a:t>
            </a:r>
          </a:p>
          <a:p>
            <a:pPr lvl="1"/>
            <a:r>
              <a:rPr lang="en-US" dirty="0"/>
              <a:t>Loss function: </a:t>
            </a:r>
          </a:p>
          <a:p>
            <a:pPr lvl="2"/>
            <a:r>
              <a:rPr lang="en-US" dirty="0"/>
              <a:t>Often used synonymously with a cost function. Sometimes</a:t>
            </a:r>
          </a:p>
          <a:p>
            <a:pPr lvl="3"/>
            <a:r>
              <a:rPr lang="en-US" dirty="0"/>
              <a:t>the loss function is also called an error function. In some literature, the</a:t>
            </a:r>
          </a:p>
          <a:p>
            <a:pPr lvl="3"/>
            <a:r>
              <a:rPr lang="en-US" dirty="0"/>
              <a:t>term "loss" refers to the loss measured for a single data point, and the cost</a:t>
            </a:r>
          </a:p>
          <a:p>
            <a:pPr lvl="3"/>
            <a:r>
              <a:rPr lang="en-US" dirty="0"/>
              <a:t>is a measurement that computes the loss (average or summed) over the</a:t>
            </a:r>
          </a:p>
          <a:p>
            <a:pPr lvl="4"/>
            <a:r>
              <a:rPr lang="en-US" dirty="0"/>
              <a:t>entire dataset.</a:t>
            </a:r>
          </a:p>
        </p:txBody>
      </p:sp>
      <p:sp>
        <p:nvSpPr>
          <p:cNvPr id="3" name="Date Placeholder 2">
            <a:extLst>
              <a:ext uri="{FF2B5EF4-FFF2-40B4-BE49-F238E27FC236}">
                <a16:creationId xmlns:a16="http://schemas.microsoft.com/office/drawing/2014/main" id="{33EDA536-E8D4-4D7F-C5B8-622A222794D9}"/>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1FEB2210-8DBD-6EF6-2B3D-E02FC9022161}"/>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C3B5D38A-20FB-3F9F-D10B-BF8203701746}"/>
              </a:ext>
            </a:extLst>
          </p:cNvPr>
          <p:cNvSpPr>
            <a:spLocks noGrp="1"/>
          </p:cNvSpPr>
          <p:nvPr>
            <p:ph type="sldNum" sz="quarter" idx="12"/>
          </p:nvPr>
        </p:nvSpPr>
        <p:spPr/>
        <p:txBody>
          <a:bodyPr/>
          <a:lstStyle/>
          <a:p>
            <a:fld id="{FFE5CEB7-2A15-4D32-876E-AD9AEE3F0429}" type="slidenum">
              <a:rPr lang="en-US" smtClean="0"/>
              <a:t>21</a:t>
            </a:fld>
            <a:endParaRPr lang="en-US"/>
          </a:p>
        </p:txBody>
      </p:sp>
    </p:spTree>
    <p:extLst>
      <p:ext uri="{BB962C8B-B14F-4D97-AF65-F5344CB8AC3E}">
        <p14:creationId xmlns:p14="http://schemas.microsoft.com/office/powerpoint/2010/main" val="31564063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44A3D7F-2F28-4491-6420-6502F566CB61}"/>
              </a:ext>
            </a:extLst>
          </p:cNvPr>
          <p:cNvSpPr>
            <a:spLocks noGrp="1"/>
          </p:cNvSpPr>
          <p:nvPr>
            <p:ph idx="1"/>
          </p:nvPr>
        </p:nvSpPr>
        <p:spPr/>
        <p:txBody>
          <a:bodyPr/>
          <a:lstStyle/>
          <a:p>
            <a:r>
              <a:rPr lang="en-US" dirty="0"/>
              <a:t>A roadmap for building machine learning systems</a:t>
            </a:r>
          </a:p>
        </p:txBody>
      </p:sp>
      <p:sp>
        <p:nvSpPr>
          <p:cNvPr id="3" name="Date Placeholder 2">
            <a:extLst>
              <a:ext uri="{FF2B5EF4-FFF2-40B4-BE49-F238E27FC236}">
                <a16:creationId xmlns:a16="http://schemas.microsoft.com/office/drawing/2014/main" id="{F808DE14-212D-6BBD-DBD1-3B14BD384BD9}"/>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D8606E29-F40C-5E07-A773-80F2913FB4DD}"/>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5F96FBE6-7A3F-CA48-8D5B-93CB7D1D01D0}"/>
              </a:ext>
            </a:extLst>
          </p:cNvPr>
          <p:cNvSpPr>
            <a:spLocks noGrp="1"/>
          </p:cNvSpPr>
          <p:nvPr>
            <p:ph type="sldNum" sz="quarter" idx="12"/>
          </p:nvPr>
        </p:nvSpPr>
        <p:spPr/>
        <p:txBody>
          <a:bodyPr/>
          <a:lstStyle/>
          <a:p>
            <a:fld id="{FFE5CEB7-2A15-4D32-876E-AD9AEE3F0429}" type="slidenum">
              <a:rPr lang="en-US" smtClean="0"/>
              <a:t>22</a:t>
            </a:fld>
            <a:endParaRPr lang="en-US"/>
          </a:p>
        </p:txBody>
      </p:sp>
      <p:pic>
        <p:nvPicPr>
          <p:cNvPr id="7" name="Picture 6">
            <a:extLst>
              <a:ext uri="{FF2B5EF4-FFF2-40B4-BE49-F238E27FC236}">
                <a16:creationId xmlns:a16="http://schemas.microsoft.com/office/drawing/2014/main" id="{8A1C0EB8-D0C6-A34C-35EC-CCAFC0CAECAB}"/>
              </a:ext>
            </a:extLst>
          </p:cNvPr>
          <p:cNvPicPr>
            <a:picLocks noChangeAspect="1"/>
          </p:cNvPicPr>
          <p:nvPr/>
        </p:nvPicPr>
        <p:blipFill>
          <a:blip r:embed="rId2"/>
          <a:stretch>
            <a:fillRect/>
          </a:stretch>
        </p:blipFill>
        <p:spPr>
          <a:xfrm>
            <a:off x="1284053" y="530543"/>
            <a:ext cx="8785694" cy="5736114"/>
          </a:xfrm>
          <a:prstGeom prst="rect">
            <a:avLst/>
          </a:prstGeom>
        </p:spPr>
      </p:pic>
    </p:spTree>
    <p:extLst>
      <p:ext uri="{BB962C8B-B14F-4D97-AF65-F5344CB8AC3E}">
        <p14:creationId xmlns:p14="http://schemas.microsoft.com/office/powerpoint/2010/main" val="39712699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DDCDA11-380F-8883-D856-C8CDEECA6163}"/>
              </a:ext>
            </a:extLst>
          </p:cNvPr>
          <p:cNvSpPr>
            <a:spLocks noGrp="1"/>
          </p:cNvSpPr>
          <p:nvPr>
            <p:ph idx="1"/>
          </p:nvPr>
        </p:nvSpPr>
        <p:spPr/>
        <p:txBody>
          <a:bodyPr/>
          <a:lstStyle/>
          <a:p>
            <a:r>
              <a:rPr lang="en-US" dirty="0"/>
              <a:t>Preprocessing – getting data into shape</a:t>
            </a:r>
          </a:p>
        </p:txBody>
      </p:sp>
      <p:sp>
        <p:nvSpPr>
          <p:cNvPr id="3" name="Date Placeholder 2">
            <a:extLst>
              <a:ext uri="{FF2B5EF4-FFF2-40B4-BE49-F238E27FC236}">
                <a16:creationId xmlns:a16="http://schemas.microsoft.com/office/drawing/2014/main" id="{D9508B7E-E5CE-E7FE-20BA-577CCBCBAE1B}"/>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64253C2D-238E-9A20-96E5-68F391B32217}"/>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E78783EF-0D57-9B71-9F14-902D8CBDD792}"/>
              </a:ext>
            </a:extLst>
          </p:cNvPr>
          <p:cNvSpPr>
            <a:spLocks noGrp="1"/>
          </p:cNvSpPr>
          <p:nvPr>
            <p:ph type="sldNum" sz="quarter" idx="12"/>
          </p:nvPr>
        </p:nvSpPr>
        <p:spPr/>
        <p:txBody>
          <a:bodyPr/>
          <a:lstStyle/>
          <a:p>
            <a:fld id="{FFE5CEB7-2A15-4D32-876E-AD9AEE3F0429}" type="slidenum">
              <a:rPr lang="en-US" smtClean="0"/>
              <a:t>23</a:t>
            </a:fld>
            <a:endParaRPr lang="en-US"/>
          </a:p>
        </p:txBody>
      </p:sp>
    </p:spTree>
    <p:extLst>
      <p:ext uri="{BB962C8B-B14F-4D97-AF65-F5344CB8AC3E}">
        <p14:creationId xmlns:p14="http://schemas.microsoft.com/office/powerpoint/2010/main" val="27820149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AC6975C-4564-B334-AFE0-C11B6662CD27}"/>
              </a:ext>
            </a:extLst>
          </p:cNvPr>
          <p:cNvSpPr>
            <a:spLocks noGrp="1"/>
          </p:cNvSpPr>
          <p:nvPr>
            <p:ph idx="1"/>
          </p:nvPr>
        </p:nvSpPr>
        <p:spPr/>
        <p:txBody>
          <a:bodyPr/>
          <a:lstStyle/>
          <a:p>
            <a:r>
              <a:rPr lang="en-US" dirty="0"/>
              <a:t>Artificial neurons</a:t>
            </a:r>
          </a:p>
          <a:p>
            <a:pPr lvl="1"/>
            <a:r>
              <a:rPr lang="en-US" dirty="0"/>
              <a:t>Trying to understand how</a:t>
            </a:r>
          </a:p>
          <a:p>
            <a:pPr lvl="3"/>
            <a:r>
              <a:rPr lang="en-US" dirty="0"/>
              <a:t>the biological brain works, in order to design artificial intelligence (AI), Warren</a:t>
            </a:r>
          </a:p>
          <a:p>
            <a:pPr lvl="3"/>
            <a:r>
              <a:rPr lang="en-US" dirty="0"/>
              <a:t>McCulloch and Walter Pitts published the first concept of a simplified brain cell,</a:t>
            </a:r>
          </a:p>
          <a:p>
            <a:pPr lvl="3"/>
            <a:r>
              <a:rPr lang="en-US" dirty="0"/>
              <a:t>the so-called McCulloch-Pitts (MCP) neuron, in 1943 (A Logical Calculus of the Ideas</a:t>
            </a:r>
          </a:p>
          <a:p>
            <a:pPr lvl="3"/>
            <a:r>
              <a:rPr lang="en-US" dirty="0"/>
              <a:t>Immanent in Nervous Activity, W. S. McCulloch and W. Pitts, Bulletin of Mathematical</a:t>
            </a:r>
          </a:p>
          <a:p>
            <a:pPr lvl="3"/>
            <a:r>
              <a:rPr lang="en-US" dirty="0"/>
              <a:t>Biophysics, 5(4): 115-133, 1943).</a:t>
            </a:r>
          </a:p>
          <a:p>
            <a:pPr lvl="1"/>
            <a:r>
              <a:rPr lang="en-US" dirty="0"/>
              <a:t>Biological neurons are interconnected nerve cells</a:t>
            </a:r>
          </a:p>
          <a:p>
            <a:pPr lvl="2"/>
            <a:r>
              <a:rPr lang="en-US" dirty="0"/>
              <a:t>in the brain that are involved in the processing and transmitting of chemical and</a:t>
            </a:r>
          </a:p>
          <a:p>
            <a:pPr lvl="3"/>
            <a:r>
              <a:rPr lang="en-US" dirty="0"/>
              <a:t>electrical signals, which is illustrated in the following figure:</a:t>
            </a:r>
          </a:p>
        </p:txBody>
      </p:sp>
      <p:sp>
        <p:nvSpPr>
          <p:cNvPr id="3" name="Date Placeholder 2">
            <a:extLst>
              <a:ext uri="{FF2B5EF4-FFF2-40B4-BE49-F238E27FC236}">
                <a16:creationId xmlns:a16="http://schemas.microsoft.com/office/drawing/2014/main" id="{6EC887E0-B32B-A8A0-CFEB-92B9E649A7D7}"/>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A2952213-8429-2BED-EB97-9E5AFE22B5FE}"/>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FDC720D6-D3C6-2CED-868E-2F291FFDB990}"/>
              </a:ext>
            </a:extLst>
          </p:cNvPr>
          <p:cNvSpPr>
            <a:spLocks noGrp="1"/>
          </p:cNvSpPr>
          <p:nvPr>
            <p:ph type="sldNum" sz="quarter" idx="12"/>
          </p:nvPr>
        </p:nvSpPr>
        <p:spPr/>
        <p:txBody>
          <a:bodyPr/>
          <a:lstStyle/>
          <a:p>
            <a:fld id="{FFE5CEB7-2A15-4D32-876E-AD9AEE3F0429}" type="slidenum">
              <a:rPr lang="en-US" smtClean="0"/>
              <a:t>24</a:t>
            </a:fld>
            <a:endParaRPr lang="en-US"/>
          </a:p>
        </p:txBody>
      </p:sp>
    </p:spTree>
    <p:extLst>
      <p:ext uri="{BB962C8B-B14F-4D97-AF65-F5344CB8AC3E}">
        <p14:creationId xmlns:p14="http://schemas.microsoft.com/office/powerpoint/2010/main" val="11279575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5340223-5045-B7DC-B6C7-F7A257A95124}"/>
              </a:ext>
            </a:extLst>
          </p:cNvPr>
          <p:cNvSpPr>
            <a:spLocks noGrp="1"/>
          </p:cNvSpPr>
          <p:nvPr>
            <p:ph idx="1"/>
          </p:nvPr>
        </p:nvSpPr>
        <p:spPr/>
        <p:txBody>
          <a:bodyPr/>
          <a:lstStyle/>
          <a:p>
            <a:r>
              <a:rPr lang="en-US" dirty="0"/>
              <a:t>McCulloch and Pitts </a:t>
            </a:r>
          </a:p>
          <a:p>
            <a:pPr lvl="1"/>
            <a:r>
              <a:rPr lang="en-US" dirty="0"/>
              <a:t>described such a nerve cell as a simple logic gate with binary</a:t>
            </a:r>
          </a:p>
          <a:p>
            <a:pPr lvl="2"/>
            <a:r>
              <a:rPr lang="en-US" dirty="0"/>
              <a:t>outputs; multiple signals arrive at the dendrites, they are then integrated into the cell</a:t>
            </a:r>
          </a:p>
          <a:p>
            <a:pPr lvl="2"/>
            <a:r>
              <a:rPr lang="en-US" dirty="0"/>
              <a:t>body, and, if the accumulated signal exceeds a certain threshold, an output signal is</a:t>
            </a:r>
          </a:p>
          <a:p>
            <a:pPr lvl="2"/>
            <a:r>
              <a:rPr lang="en-US" dirty="0"/>
              <a:t>generated that will be passed on by the axon.</a:t>
            </a:r>
          </a:p>
        </p:txBody>
      </p:sp>
      <p:sp>
        <p:nvSpPr>
          <p:cNvPr id="3" name="Date Placeholder 2">
            <a:extLst>
              <a:ext uri="{FF2B5EF4-FFF2-40B4-BE49-F238E27FC236}">
                <a16:creationId xmlns:a16="http://schemas.microsoft.com/office/drawing/2014/main" id="{0AC514B1-A1C5-E08E-5B48-65861351375C}"/>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CF305404-FA59-0643-644C-F79F46D97008}"/>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8D41E90E-1728-4734-30C2-8D1ED2823CA4}"/>
              </a:ext>
            </a:extLst>
          </p:cNvPr>
          <p:cNvSpPr>
            <a:spLocks noGrp="1"/>
          </p:cNvSpPr>
          <p:nvPr>
            <p:ph type="sldNum" sz="quarter" idx="12"/>
          </p:nvPr>
        </p:nvSpPr>
        <p:spPr/>
        <p:txBody>
          <a:bodyPr/>
          <a:lstStyle/>
          <a:p>
            <a:fld id="{FFE5CEB7-2A15-4D32-876E-AD9AEE3F0429}" type="slidenum">
              <a:rPr lang="en-US" smtClean="0"/>
              <a:t>25</a:t>
            </a:fld>
            <a:endParaRPr lang="en-US"/>
          </a:p>
        </p:txBody>
      </p:sp>
      <p:pic>
        <p:nvPicPr>
          <p:cNvPr id="7" name="Picture 6">
            <a:extLst>
              <a:ext uri="{FF2B5EF4-FFF2-40B4-BE49-F238E27FC236}">
                <a16:creationId xmlns:a16="http://schemas.microsoft.com/office/drawing/2014/main" id="{E1EB24FD-FB9D-177D-AB85-8C159FFBBC5F}"/>
              </a:ext>
            </a:extLst>
          </p:cNvPr>
          <p:cNvPicPr>
            <a:picLocks noChangeAspect="1"/>
          </p:cNvPicPr>
          <p:nvPr/>
        </p:nvPicPr>
        <p:blipFill>
          <a:blip r:embed="rId2"/>
          <a:stretch>
            <a:fillRect/>
          </a:stretch>
        </p:blipFill>
        <p:spPr>
          <a:xfrm>
            <a:off x="305962" y="2022317"/>
            <a:ext cx="10938824" cy="3940050"/>
          </a:xfrm>
          <a:prstGeom prst="rect">
            <a:avLst/>
          </a:prstGeom>
        </p:spPr>
      </p:pic>
    </p:spTree>
    <p:extLst>
      <p:ext uri="{BB962C8B-B14F-4D97-AF65-F5344CB8AC3E}">
        <p14:creationId xmlns:p14="http://schemas.microsoft.com/office/powerpoint/2010/main" val="8654918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B0F9B8C-0E5E-1388-6096-7846B59FDC07}"/>
              </a:ext>
            </a:extLst>
          </p:cNvPr>
          <p:cNvSpPr>
            <a:spLocks noGrp="1"/>
          </p:cNvSpPr>
          <p:nvPr>
            <p:ph idx="1"/>
          </p:nvPr>
        </p:nvSpPr>
        <p:spPr/>
        <p:txBody>
          <a:bodyPr>
            <a:normAutofit/>
          </a:bodyPr>
          <a:lstStyle/>
          <a:p>
            <a:r>
              <a:rPr lang="en-US" dirty="0"/>
              <a:t>Only a few years later, </a:t>
            </a:r>
          </a:p>
          <a:p>
            <a:pPr lvl="2"/>
            <a:r>
              <a:rPr lang="en-US" dirty="0"/>
              <a:t>Frank Rosenblatt published the first concept of the perceptron</a:t>
            </a:r>
          </a:p>
          <a:p>
            <a:pPr lvl="3"/>
            <a:r>
              <a:rPr lang="en-US" dirty="0"/>
              <a:t>learning rule based on the MCP neuron model (The Perceptron: A Perceiving and</a:t>
            </a:r>
          </a:p>
          <a:p>
            <a:pPr lvl="3"/>
            <a:r>
              <a:rPr lang="en-US" dirty="0"/>
              <a:t>Recognizing Automaton, F. Rosenblatt, Cornell Aeronautical Laboratory, 1957). With his</a:t>
            </a:r>
          </a:p>
          <a:p>
            <a:pPr lvl="3"/>
            <a:r>
              <a:rPr lang="en-US" dirty="0"/>
              <a:t>perceptron rule, Rosenblatt proposed an algorithm that would automatically learn</a:t>
            </a:r>
          </a:p>
          <a:p>
            <a:pPr lvl="3"/>
            <a:r>
              <a:rPr lang="en-US" dirty="0"/>
              <a:t>the optimal weight coefficients that would then be multiplied with the input features</a:t>
            </a:r>
          </a:p>
          <a:p>
            <a:pPr lvl="3"/>
            <a:r>
              <a:rPr lang="en-US" dirty="0"/>
              <a:t>in order to make the decision of whether a neuron fires (transmits a signal) or not. In</a:t>
            </a:r>
          </a:p>
          <a:p>
            <a:pPr lvl="3"/>
            <a:r>
              <a:rPr lang="en-US" dirty="0"/>
              <a:t>the context of supervised learning and classification, such an algorithm could then be</a:t>
            </a:r>
          </a:p>
          <a:p>
            <a:pPr lvl="3"/>
            <a:r>
              <a:rPr lang="en-US" dirty="0"/>
              <a:t>used to predict whether a new data point belongs to one class or the other</a:t>
            </a:r>
          </a:p>
          <a:p>
            <a:pPr lvl="1"/>
            <a:endParaRPr lang="en-US" dirty="0"/>
          </a:p>
        </p:txBody>
      </p:sp>
      <p:sp>
        <p:nvSpPr>
          <p:cNvPr id="3" name="Date Placeholder 2">
            <a:extLst>
              <a:ext uri="{FF2B5EF4-FFF2-40B4-BE49-F238E27FC236}">
                <a16:creationId xmlns:a16="http://schemas.microsoft.com/office/drawing/2014/main" id="{9900138E-3959-72EE-2E39-3AF52679E716}"/>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B45949DD-34DD-F951-9490-0BCA66A45DA0}"/>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C7AEA151-0AB1-14E5-0363-A4E4314F6176}"/>
              </a:ext>
            </a:extLst>
          </p:cNvPr>
          <p:cNvSpPr>
            <a:spLocks noGrp="1"/>
          </p:cNvSpPr>
          <p:nvPr>
            <p:ph type="sldNum" sz="quarter" idx="12"/>
          </p:nvPr>
        </p:nvSpPr>
        <p:spPr/>
        <p:txBody>
          <a:bodyPr/>
          <a:lstStyle/>
          <a:p>
            <a:fld id="{FFE5CEB7-2A15-4D32-876E-AD9AEE3F0429}" type="slidenum">
              <a:rPr lang="en-US" smtClean="0"/>
              <a:t>26</a:t>
            </a:fld>
            <a:endParaRPr lang="en-US"/>
          </a:p>
        </p:txBody>
      </p:sp>
    </p:spTree>
    <p:extLst>
      <p:ext uri="{BB962C8B-B14F-4D97-AF65-F5344CB8AC3E}">
        <p14:creationId xmlns:p14="http://schemas.microsoft.com/office/powerpoint/2010/main" val="42497421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E4085E2-2081-7C06-DC82-E5E9A8B7222E}"/>
              </a:ext>
            </a:extLst>
          </p:cNvPr>
          <p:cNvSpPr>
            <a:spLocks noGrp="1"/>
          </p:cNvSpPr>
          <p:nvPr>
            <p:ph idx="1"/>
          </p:nvPr>
        </p:nvSpPr>
        <p:spPr/>
        <p:txBody>
          <a:bodyPr/>
          <a:lstStyle/>
          <a:p>
            <a:r>
              <a:rPr lang="en-US" dirty="0"/>
              <a:t>The formal definition of an artificial neuron</a:t>
            </a:r>
          </a:p>
          <a:p>
            <a:endParaRPr lang="en-US" dirty="0"/>
          </a:p>
        </p:txBody>
      </p:sp>
      <p:sp>
        <p:nvSpPr>
          <p:cNvPr id="3" name="Date Placeholder 2">
            <a:extLst>
              <a:ext uri="{FF2B5EF4-FFF2-40B4-BE49-F238E27FC236}">
                <a16:creationId xmlns:a16="http://schemas.microsoft.com/office/drawing/2014/main" id="{2CE70DA7-F475-8771-CA85-FB3D320B89AC}"/>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330723D6-A641-24CB-0E97-9E700D437606}"/>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CAD907B7-AD89-87C2-AE6D-36A44265413E}"/>
              </a:ext>
            </a:extLst>
          </p:cNvPr>
          <p:cNvSpPr>
            <a:spLocks noGrp="1"/>
          </p:cNvSpPr>
          <p:nvPr>
            <p:ph type="sldNum" sz="quarter" idx="12"/>
          </p:nvPr>
        </p:nvSpPr>
        <p:spPr/>
        <p:txBody>
          <a:bodyPr/>
          <a:lstStyle/>
          <a:p>
            <a:fld id="{FFE5CEB7-2A15-4D32-876E-AD9AEE3F0429}" type="slidenum">
              <a:rPr lang="en-US" smtClean="0"/>
              <a:t>27</a:t>
            </a:fld>
            <a:endParaRPr lang="en-US"/>
          </a:p>
        </p:txBody>
      </p:sp>
      <p:pic>
        <p:nvPicPr>
          <p:cNvPr id="7" name="Picture 6">
            <a:extLst>
              <a:ext uri="{FF2B5EF4-FFF2-40B4-BE49-F238E27FC236}">
                <a16:creationId xmlns:a16="http://schemas.microsoft.com/office/drawing/2014/main" id="{3C67F595-3BFE-AA18-C1BE-DA986BF63A10}"/>
              </a:ext>
            </a:extLst>
          </p:cNvPr>
          <p:cNvPicPr>
            <a:picLocks noChangeAspect="1"/>
          </p:cNvPicPr>
          <p:nvPr/>
        </p:nvPicPr>
        <p:blipFill>
          <a:blip r:embed="rId2"/>
          <a:srcRect r="2073"/>
          <a:stretch>
            <a:fillRect/>
          </a:stretch>
        </p:blipFill>
        <p:spPr>
          <a:xfrm>
            <a:off x="236968" y="425542"/>
            <a:ext cx="6352091" cy="5751421"/>
          </a:xfrm>
          <a:prstGeom prst="rect">
            <a:avLst/>
          </a:prstGeom>
        </p:spPr>
      </p:pic>
      <p:pic>
        <p:nvPicPr>
          <p:cNvPr id="9" name="Picture 8">
            <a:extLst>
              <a:ext uri="{FF2B5EF4-FFF2-40B4-BE49-F238E27FC236}">
                <a16:creationId xmlns:a16="http://schemas.microsoft.com/office/drawing/2014/main" id="{C67C7BEE-86A4-D9B7-8AE9-767E57D75CDC}"/>
              </a:ext>
            </a:extLst>
          </p:cNvPr>
          <p:cNvPicPr>
            <a:picLocks noChangeAspect="1"/>
          </p:cNvPicPr>
          <p:nvPr/>
        </p:nvPicPr>
        <p:blipFill>
          <a:blip r:embed="rId3"/>
          <a:stretch>
            <a:fillRect/>
          </a:stretch>
        </p:blipFill>
        <p:spPr>
          <a:xfrm>
            <a:off x="6723530" y="425542"/>
            <a:ext cx="5468470" cy="4887337"/>
          </a:xfrm>
          <a:prstGeom prst="rect">
            <a:avLst/>
          </a:prstGeom>
        </p:spPr>
      </p:pic>
    </p:spTree>
    <p:extLst>
      <p:ext uri="{BB962C8B-B14F-4D97-AF65-F5344CB8AC3E}">
        <p14:creationId xmlns:p14="http://schemas.microsoft.com/office/powerpoint/2010/main" val="8856575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C3EF6DBC-FA9E-B1E2-F79D-C47290907BF2}"/>
              </a:ext>
            </a:extLst>
          </p:cNvPr>
          <p:cNvPicPr>
            <a:picLocks noGrp="1" noChangeAspect="1"/>
          </p:cNvPicPr>
          <p:nvPr>
            <p:ph idx="1"/>
          </p:nvPr>
        </p:nvPicPr>
        <p:blipFill>
          <a:blip r:embed="rId2"/>
          <a:stretch>
            <a:fillRect/>
          </a:stretch>
        </p:blipFill>
        <p:spPr>
          <a:xfrm>
            <a:off x="446107" y="0"/>
            <a:ext cx="7184986" cy="6271861"/>
          </a:xfrm>
          <a:prstGeom prst="rect">
            <a:avLst/>
          </a:prstGeom>
        </p:spPr>
      </p:pic>
      <p:sp>
        <p:nvSpPr>
          <p:cNvPr id="3" name="Date Placeholder 2">
            <a:extLst>
              <a:ext uri="{FF2B5EF4-FFF2-40B4-BE49-F238E27FC236}">
                <a16:creationId xmlns:a16="http://schemas.microsoft.com/office/drawing/2014/main" id="{E18B7D06-1974-1BE9-3448-A740FE717D2B}"/>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D02DD951-CBE3-D41F-53AA-44AFD04C0010}"/>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59DBEE3D-3E27-BC11-AF38-8BD5CFBD534E}"/>
              </a:ext>
            </a:extLst>
          </p:cNvPr>
          <p:cNvSpPr>
            <a:spLocks noGrp="1"/>
          </p:cNvSpPr>
          <p:nvPr>
            <p:ph type="sldNum" sz="quarter" idx="12"/>
          </p:nvPr>
        </p:nvSpPr>
        <p:spPr/>
        <p:txBody>
          <a:bodyPr/>
          <a:lstStyle/>
          <a:p>
            <a:fld id="{FFE5CEB7-2A15-4D32-876E-AD9AEE3F0429}" type="slidenum">
              <a:rPr lang="en-US" smtClean="0"/>
              <a:t>28</a:t>
            </a:fld>
            <a:endParaRPr lang="en-US"/>
          </a:p>
        </p:txBody>
      </p:sp>
    </p:spTree>
    <p:extLst>
      <p:ext uri="{BB962C8B-B14F-4D97-AF65-F5344CB8AC3E}">
        <p14:creationId xmlns:p14="http://schemas.microsoft.com/office/powerpoint/2010/main" val="26708026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1B9CC6D6-F948-E9BD-28CA-BB16A5728A8E}"/>
              </a:ext>
            </a:extLst>
          </p:cNvPr>
          <p:cNvPicPr>
            <a:picLocks noGrp="1" noChangeAspect="1"/>
          </p:cNvPicPr>
          <p:nvPr>
            <p:ph idx="1"/>
          </p:nvPr>
        </p:nvPicPr>
        <p:blipFill>
          <a:blip r:embed="rId2"/>
          <a:stretch>
            <a:fillRect/>
          </a:stretch>
        </p:blipFill>
        <p:spPr>
          <a:xfrm>
            <a:off x="0" y="1"/>
            <a:ext cx="9448800" cy="1228768"/>
          </a:xfrm>
          <a:prstGeom prst="rect">
            <a:avLst/>
          </a:prstGeom>
        </p:spPr>
      </p:pic>
      <p:sp>
        <p:nvSpPr>
          <p:cNvPr id="3" name="Date Placeholder 2">
            <a:extLst>
              <a:ext uri="{FF2B5EF4-FFF2-40B4-BE49-F238E27FC236}">
                <a16:creationId xmlns:a16="http://schemas.microsoft.com/office/drawing/2014/main" id="{84F6E264-F690-DF86-38E9-E2706AE4A2D1}"/>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317CACFD-1E62-6F83-750F-B833309D5664}"/>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0C5CE4F8-33BC-50AB-2426-44FEC10D99AA}"/>
              </a:ext>
            </a:extLst>
          </p:cNvPr>
          <p:cNvSpPr>
            <a:spLocks noGrp="1"/>
          </p:cNvSpPr>
          <p:nvPr>
            <p:ph type="sldNum" sz="quarter" idx="12"/>
          </p:nvPr>
        </p:nvSpPr>
        <p:spPr/>
        <p:txBody>
          <a:bodyPr/>
          <a:lstStyle/>
          <a:p>
            <a:fld id="{FFE5CEB7-2A15-4D32-876E-AD9AEE3F0429}" type="slidenum">
              <a:rPr lang="en-US" smtClean="0"/>
              <a:t>29</a:t>
            </a:fld>
            <a:endParaRPr lang="en-US"/>
          </a:p>
        </p:txBody>
      </p:sp>
      <p:pic>
        <p:nvPicPr>
          <p:cNvPr id="9" name="Picture 8">
            <a:extLst>
              <a:ext uri="{FF2B5EF4-FFF2-40B4-BE49-F238E27FC236}">
                <a16:creationId xmlns:a16="http://schemas.microsoft.com/office/drawing/2014/main" id="{D8C8B6AF-1917-C95D-66A4-B3B65553466D}"/>
              </a:ext>
            </a:extLst>
          </p:cNvPr>
          <p:cNvPicPr>
            <a:picLocks noChangeAspect="1"/>
          </p:cNvPicPr>
          <p:nvPr/>
        </p:nvPicPr>
        <p:blipFill>
          <a:blip r:embed="rId3"/>
          <a:stretch>
            <a:fillRect/>
          </a:stretch>
        </p:blipFill>
        <p:spPr>
          <a:xfrm>
            <a:off x="0" y="949203"/>
            <a:ext cx="9197788" cy="4528789"/>
          </a:xfrm>
          <a:prstGeom prst="rect">
            <a:avLst/>
          </a:prstGeom>
        </p:spPr>
      </p:pic>
    </p:spTree>
    <p:extLst>
      <p:ext uri="{BB962C8B-B14F-4D97-AF65-F5344CB8AC3E}">
        <p14:creationId xmlns:p14="http://schemas.microsoft.com/office/powerpoint/2010/main" val="36670691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CCAF154-8CE0-1081-AC69-1A8D59A96F2B}"/>
              </a:ext>
            </a:extLst>
          </p:cNvPr>
          <p:cNvSpPr>
            <a:spLocks noGrp="1"/>
          </p:cNvSpPr>
          <p:nvPr>
            <p:ph idx="1"/>
          </p:nvPr>
        </p:nvSpPr>
        <p:spPr/>
        <p:txBody>
          <a:bodyPr/>
          <a:lstStyle/>
          <a:p>
            <a:r>
              <a:rPr lang="en-US" dirty="0"/>
              <a:t>The perceptron learning rule</a:t>
            </a:r>
          </a:p>
          <a:p>
            <a:pPr lvl="1"/>
            <a:endParaRPr lang="en-US" dirty="0"/>
          </a:p>
        </p:txBody>
      </p:sp>
      <p:sp>
        <p:nvSpPr>
          <p:cNvPr id="3" name="Date Placeholder 2">
            <a:extLst>
              <a:ext uri="{FF2B5EF4-FFF2-40B4-BE49-F238E27FC236}">
                <a16:creationId xmlns:a16="http://schemas.microsoft.com/office/drawing/2014/main" id="{2DD9BBB7-9ADE-D8B3-0722-8F04E0302697}"/>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EFF237F4-3DAD-9A1E-ED41-6249636DCE00}"/>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91967602-112D-F8BC-4B86-3AFD894E0451}"/>
              </a:ext>
            </a:extLst>
          </p:cNvPr>
          <p:cNvSpPr>
            <a:spLocks noGrp="1"/>
          </p:cNvSpPr>
          <p:nvPr>
            <p:ph type="sldNum" sz="quarter" idx="12"/>
          </p:nvPr>
        </p:nvSpPr>
        <p:spPr/>
        <p:txBody>
          <a:bodyPr/>
          <a:lstStyle/>
          <a:p>
            <a:fld id="{FFE5CEB7-2A15-4D32-876E-AD9AEE3F0429}" type="slidenum">
              <a:rPr lang="en-US" smtClean="0"/>
              <a:t>30</a:t>
            </a:fld>
            <a:endParaRPr lang="en-US"/>
          </a:p>
        </p:txBody>
      </p:sp>
      <p:pic>
        <p:nvPicPr>
          <p:cNvPr id="7" name="Picture 6">
            <a:extLst>
              <a:ext uri="{FF2B5EF4-FFF2-40B4-BE49-F238E27FC236}">
                <a16:creationId xmlns:a16="http://schemas.microsoft.com/office/drawing/2014/main" id="{CDB801A8-7684-515B-9948-22F88318EB23}"/>
              </a:ext>
            </a:extLst>
          </p:cNvPr>
          <p:cNvPicPr>
            <a:picLocks noChangeAspect="1"/>
          </p:cNvPicPr>
          <p:nvPr/>
        </p:nvPicPr>
        <p:blipFill>
          <a:blip r:embed="rId2"/>
          <a:stretch>
            <a:fillRect/>
          </a:stretch>
        </p:blipFill>
        <p:spPr>
          <a:xfrm>
            <a:off x="101534" y="323417"/>
            <a:ext cx="6287377" cy="3939301"/>
          </a:xfrm>
          <a:prstGeom prst="rect">
            <a:avLst/>
          </a:prstGeom>
        </p:spPr>
      </p:pic>
      <p:pic>
        <p:nvPicPr>
          <p:cNvPr id="9" name="Picture 8">
            <a:extLst>
              <a:ext uri="{FF2B5EF4-FFF2-40B4-BE49-F238E27FC236}">
                <a16:creationId xmlns:a16="http://schemas.microsoft.com/office/drawing/2014/main" id="{118F5F4B-6435-B306-6F08-6197D549BD14}"/>
              </a:ext>
            </a:extLst>
          </p:cNvPr>
          <p:cNvPicPr>
            <a:picLocks noChangeAspect="1"/>
          </p:cNvPicPr>
          <p:nvPr/>
        </p:nvPicPr>
        <p:blipFill>
          <a:blip r:embed="rId3"/>
          <a:stretch>
            <a:fillRect/>
          </a:stretch>
        </p:blipFill>
        <p:spPr>
          <a:xfrm>
            <a:off x="6200214" y="238025"/>
            <a:ext cx="5991786" cy="4266739"/>
          </a:xfrm>
          <a:prstGeom prst="rect">
            <a:avLst/>
          </a:prstGeom>
        </p:spPr>
      </p:pic>
    </p:spTree>
    <p:extLst>
      <p:ext uri="{BB962C8B-B14F-4D97-AF65-F5344CB8AC3E}">
        <p14:creationId xmlns:p14="http://schemas.microsoft.com/office/powerpoint/2010/main" val="41161909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D1E370E5-D7FD-FC2D-4561-34D81FE24C11}"/>
              </a:ext>
            </a:extLst>
          </p:cNvPr>
          <p:cNvPicPr>
            <a:picLocks noGrp="1" noChangeAspect="1"/>
          </p:cNvPicPr>
          <p:nvPr>
            <p:ph idx="1"/>
          </p:nvPr>
        </p:nvPicPr>
        <p:blipFill>
          <a:blip r:embed="rId2"/>
          <a:stretch>
            <a:fillRect/>
          </a:stretch>
        </p:blipFill>
        <p:spPr>
          <a:xfrm>
            <a:off x="0" y="-1"/>
            <a:ext cx="6096000" cy="5150225"/>
          </a:xfrm>
          <a:prstGeom prst="rect">
            <a:avLst/>
          </a:prstGeom>
        </p:spPr>
      </p:pic>
      <p:sp>
        <p:nvSpPr>
          <p:cNvPr id="3" name="Date Placeholder 2">
            <a:extLst>
              <a:ext uri="{FF2B5EF4-FFF2-40B4-BE49-F238E27FC236}">
                <a16:creationId xmlns:a16="http://schemas.microsoft.com/office/drawing/2014/main" id="{E87E42C3-E105-3F21-BB34-0174FB5C9ABC}"/>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65F87BD0-26AA-9BAB-3325-36F8F83B2331}"/>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5F059A8B-72D1-186C-1805-FA641F551D8C}"/>
              </a:ext>
            </a:extLst>
          </p:cNvPr>
          <p:cNvSpPr>
            <a:spLocks noGrp="1"/>
          </p:cNvSpPr>
          <p:nvPr>
            <p:ph type="sldNum" sz="quarter" idx="12"/>
          </p:nvPr>
        </p:nvSpPr>
        <p:spPr/>
        <p:txBody>
          <a:bodyPr/>
          <a:lstStyle/>
          <a:p>
            <a:fld id="{FFE5CEB7-2A15-4D32-876E-AD9AEE3F0429}" type="slidenum">
              <a:rPr lang="en-US" smtClean="0"/>
              <a:t>31</a:t>
            </a:fld>
            <a:endParaRPr lang="en-US"/>
          </a:p>
        </p:txBody>
      </p:sp>
      <p:pic>
        <p:nvPicPr>
          <p:cNvPr id="9" name="Picture 8">
            <a:extLst>
              <a:ext uri="{FF2B5EF4-FFF2-40B4-BE49-F238E27FC236}">
                <a16:creationId xmlns:a16="http://schemas.microsoft.com/office/drawing/2014/main" id="{C7AEDB84-525F-A83D-5094-350134392317}"/>
              </a:ext>
            </a:extLst>
          </p:cNvPr>
          <p:cNvPicPr>
            <a:picLocks noChangeAspect="1"/>
          </p:cNvPicPr>
          <p:nvPr/>
        </p:nvPicPr>
        <p:blipFill>
          <a:blip r:embed="rId3"/>
          <a:stretch>
            <a:fillRect/>
          </a:stretch>
        </p:blipFill>
        <p:spPr>
          <a:xfrm>
            <a:off x="6096000" y="136525"/>
            <a:ext cx="6096000" cy="3937934"/>
          </a:xfrm>
          <a:prstGeom prst="rect">
            <a:avLst/>
          </a:prstGeom>
        </p:spPr>
      </p:pic>
    </p:spTree>
    <p:extLst>
      <p:ext uri="{BB962C8B-B14F-4D97-AF65-F5344CB8AC3E}">
        <p14:creationId xmlns:p14="http://schemas.microsoft.com/office/powerpoint/2010/main" val="3784102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30843EC3-2FA3-CEC0-2E17-E534410921AF}"/>
              </a:ext>
            </a:extLst>
          </p:cNvPr>
          <p:cNvPicPr>
            <a:picLocks noGrp="1" noChangeAspect="1"/>
          </p:cNvPicPr>
          <p:nvPr>
            <p:ph idx="1"/>
          </p:nvPr>
        </p:nvPicPr>
        <p:blipFill>
          <a:blip r:embed="rId2"/>
          <a:stretch>
            <a:fillRect/>
          </a:stretch>
        </p:blipFill>
        <p:spPr>
          <a:xfrm>
            <a:off x="463175" y="136524"/>
            <a:ext cx="10697884" cy="5675189"/>
          </a:xfrm>
          <a:prstGeom prst="rect">
            <a:avLst/>
          </a:prstGeom>
        </p:spPr>
      </p:pic>
      <p:sp>
        <p:nvSpPr>
          <p:cNvPr id="3" name="Date Placeholder 2">
            <a:extLst>
              <a:ext uri="{FF2B5EF4-FFF2-40B4-BE49-F238E27FC236}">
                <a16:creationId xmlns:a16="http://schemas.microsoft.com/office/drawing/2014/main" id="{4CE11D43-24E2-081A-1EB5-D548CF2921F9}"/>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C449A0A5-6DF6-80A4-8536-A5B6C5AF4AD2}"/>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C4874D94-F6C4-97E2-6011-08AF9BFB63E0}"/>
              </a:ext>
            </a:extLst>
          </p:cNvPr>
          <p:cNvSpPr>
            <a:spLocks noGrp="1"/>
          </p:cNvSpPr>
          <p:nvPr>
            <p:ph type="sldNum" sz="quarter" idx="12"/>
          </p:nvPr>
        </p:nvSpPr>
        <p:spPr/>
        <p:txBody>
          <a:bodyPr/>
          <a:lstStyle/>
          <a:p>
            <a:fld id="{FFE5CEB7-2A15-4D32-876E-AD9AEE3F0429}" type="slidenum">
              <a:rPr lang="en-US" smtClean="0"/>
              <a:t>32</a:t>
            </a:fld>
            <a:endParaRPr lang="en-US"/>
          </a:p>
        </p:txBody>
      </p:sp>
    </p:spTree>
    <p:extLst>
      <p:ext uri="{BB962C8B-B14F-4D97-AF65-F5344CB8AC3E}">
        <p14:creationId xmlns:p14="http://schemas.microsoft.com/office/powerpoint/2010/main" val="34865241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03CCE43B-583B-8FAE-5FCB-D5FCFEF621FF}"/>
              </a:ext>
            </a:extLst>
          </p:cNvPr>
          <p:cNvPicPr>
            <a:picLocks noGrp="1" noChangeAspect="1"/>
          </p:cNvPicPr>
          <p:nvPr>
            <p:ph idx="1"/>
          </p:nvPr>
        </p:nvPicPr>
        <p:blipFill>
          <a:blip r:embed="rId2"/>
          <a:stretch>
            <a:fillRect/>
          </a:stretch>
        </p:blipFill>
        <p:spPr>
          <a:xfrm>
            <a:off x="0" y="-123676"/>
            <a:ext cx="10260106" cy="6291429"/>
          </a:xfrm>
          <a:prstGeom prst="rect">
            <a:avLst/>
          </a:prstGeom>
        </p:spPr>
      </p:pic>
      <p:sp>
        <p:nvSpPr>
          <p:cNvPr id="3" name="Date Placeholder 2">
            <a:extLst>
              <a:ext uri="{FF2B5EF4-FFF2-40B4-BE49-F238E27FC236}">
                <a16:creationId xmlns:a16="http://schemas.microsoft.com/office/drawing/2014/main" id="{B0D550FC-D54C-8BB5-9301-BB56790D2989}"/>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3A391884-7759-48A5-D51B-841EE5A3E2F2}"/>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3B664322-E776-CB27-54C0-2A26EA691F54}"/>
              </a:ext>
            </a:extLst>
          </p:cNvPr>
          <p:cNvSpPr>
            <a:spLocks noGrp="1"/>
          </p:cNvSpPr>
          <p:nvPr>
            <p:ph type="sldNum" sz="quarter" idx="12"/>
          </p:nvPr>
        </p:nvSpPr>
        <p:spPr/>
        <p:txBody>
          <a:bodyPr/>
          <a:lstStyle/>
          <a:p>
            <a:fld id="{FFE5CEB7-2A15-4D32-876E-AD9AEE3F0429}" type="slidenum">
              <a:rPr lang="en-US" smtClean="0"/>
              <a:t>33</a:t>
            </a:fld>
            <a:endParaRPr lang="en-US"/>
          </a:p>
        </p:txBody>
      </p:sp>
    </p:spTree>
    <p:extLst>
      <p:ext uri="{BB962C8B-B14F-4D97-AF65-F5344CB8AC3E}">
        <p14:creationId xmlns:p14="http://schemas.microsoft.com/office/powerpoint/2010/main" val="3708803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7A8BFF1-CC71-F9E1-C417-E71ACD3312B5}"/>
              </a:ext>
            </a:extLst>
          </p:cNvPr>
          <p:cNvSpPr>
            <a:spLocks noGrp="1"/>
          </p:cNvSpPr>
          <p:nvPr>
            <p:ph idx="1"/>
          </p:nvPr>
        </p:nvSpPr>
        <p:spPr/>
        <p:txBody>
          <a:bodyPr>
            <a:normAutofit lnSpcReduction="10000"/>
          </a:bodyPr>
          <a:lstStyle/>
          <a:p>
            <a:r>
              <a:rPr lang="en-US" b="1" dirty="0"/>
              <a:t>Interactive Mode</a:t>
            </a:r>
          </a:p>
          <a:p>
            <a:pPr lvl="1"/>
            <a:r>
              <a:rPr lang="en-US" dirty="0"/>
              <a:t>python3.14</a:t>
            </a:r>
          </a:p>
          <a:p>
            <a:pPr lvl="1"/>
            <a:r>
              <a:rPr lang="en-US" b="1" dirty="0"/>
              <a:t>Getting started with </a:t>
            </a:r>
            <a:r>
              <a:rPr lang="en-US" b="1" dirty="0" err="1"/>
              <a:t>conda</a:t>
            </a:r>
            <a:endParaRPr lang="en-US" b="1" dirty="0"/>
          </a:p>
          <a:p>
            <a:pPr lvl="2"/>
            <a:r>
              <a:rPr lang="en-US" dirty="0"/>
              <a:t>Open either the Anaconda or </a:t>
            </a:r>
            <a:r>
              <a:rPr lang="en-US" dirty="0" err="1"/>
              <a:t>Miniforge</a:t>
            </a:r>
            <a:r>
              <a:rPr lang="en-US" dirty="0"/>
              <a:t> Command Prompt (cmd.exe). A PowerShell prompt is also available with Anaconda Distribution or </a:t>
            </a:r>
            <a:r>
              <a:rPr lang="en-US" dirty="0" err="1"/>
              <a:t>Miniconda</a:t>
            </a:r>
            <a:r>
              <a:rPr lang="en-US" dirty="0"/>
              <a:t>.</a:t>
            </a:r>
          </a:p>
          <a:p>
            <a:pPr lvl="2"/>
            <a:r>
              <a:rPr lang="en-US" dirty="0" err="1">
                <a:latin typeface="Courier New" panose="02070309020205020404" pitchFamily="49" charset="0"/>
              </a:rPr>
              <a:t>conda</a:t>
            </a:r>
            <a:r>
              <a:rPr lang="en-US" dirty="0">
                <a:latin typeface="Courier New" panose="02070309020205020404" pitchFamily="49" charset="0"/>
              </a:rPr>
              <a:t> create --name &lt;env-name&gt;</a:t>
            </a:r>
          </a:p>
          <a:p>
            <a:pPr lvl="2"/>
            <a:r>
              <a:rPr lang="en-US" dirty="0" err="1">
                <a:latin typeface="Courier New" panose="02070309020205020404" pitchFamily="49" charset="0"/>
              </a:rPr>
              <a:t>conda</a:t>
            </a:r>
            <a:r>
              <a:rPr lang="en-US" dirty="0">
                <a:latin typeface="Courier New" panose="02070309020205020404" pitchFamily="49" charset="0"/>
              </a:rPr>
              <a:t> create --name </a:t>
            </a:r>
            <a:r>
              <a:rPr lang="en-US" dirty="0" err="1">
                <a:latin typeface="Courier New" panose="02070309020205020404" pitchFamily="49" charset="0"/>
              </a:rPr>
              <a:t>myenvironment</a:t>
            </a:r>
            <a:r>
              <a:rPr lang="en-US" dirty="0">
                <a:latin typeface="Courier New" panose="02070309020205020404" pitchFamily="49" charset="0"/>
              </a:rPr>
              <a:t> python </a:t>
            </a:r>
            <a:r>
              <a:rPr lang="en-US" dirty="0" err="1">
                <a:latin typeface="Courier New" panose="02070309020205020404" pitchFamily="49" charset="0"/>
              </a:rPr>
              <a:t>numpy</a:t>
            </a:r>
            <a:r>
              <a:rPr lang="en-US" dirty="0">
                <a:latin typeface="Courier New" panose="02070309020205020404" pitchFamily="49" charset="0"/>
              </a:rPr>
              <a:t> pandas</a:t>
            </a:r>
          </a:p>
          <a:p>
            <a:pPr lvl="2"/>
            <a:r>
              <a:rPr lang="en-US" dirty="0" err="1">
                <a:latin typeface="Courier New" panose="02070309020205020404" pitchFamily="49" charset="0"/>
              </a:rPr>
              <a:t>conda</a:t>
            </a:r>
            <a:r>
              <a:rPr lang="en-US" dirty="0">
                <a:latin typeface="Courier New" panose="02070309020205020404" pitchFamily="49" charset="0"/>
              </a:rPr>
              <a:t> info –</a:t>
            </a:r>
            <a:r>
              <a:rPr lang="en-US" dirty="0" err="1">
                <a:latin typeface="Courier New" panose="02070309020205020404" pitchFamily="49" charset="0"/>
              </a:rPr>
              <a:t>envs</a:t>
            </a:r>
            <a:endParaRPr lang="en-US" dirty="0">
              <a:latin typeface="Courier New" panose="02070309020205020404" pitchFamily="49" charset="0"/>
            </a:endParaRPr>
          </a:p>
          <a:p>
            <a:pPr lvl="3"/>
            <a:r>
              <a:rPr lang="en-US" dirty="0" err="1">
                <a:latin typeface="Courier New" panose="02070309020205020404" pitchFamily="49" charset="0"/>
              </a:rPr>
              <a:t>conda</a:t>
            </a:r>
            <a:r>
              <a:rPr lang="en-US" dirty="0">
                <a:latin typeface="Courier New" panose="02070309020205020404" pitchFamily="49" charset="0"/>
              </a:rPr>
              <a:t> environments:</a:t>
            </a:r>
          </a:p>
          <a:p>
            <a:pPr lvl="3"/>
            <a:endParaRPr lang="en-US" dirty="0">
              <a:latin typeface="Courier New" panose="02070309020205020404" pitchFamily="49" charset="0"/>
            </a:endParaRPr>
          </a:p>
          <a:p>
            <a:pPr lvl="3"/>
            <a:r>
              <a:rPr lang="en-US" dirty="0">
                <a:latin typeface="Courier New" panose="02070309020205020404" pitchFamily="49" charset="0"/>
              </a:rPr>
              <a:t>   base           /home/username/Anaconda3</a:t>
            </a:r>
          </a:p>
          <a:p>
            <a:pPr lvl="3"/>
            <a:r>
              <a:rPr lang="en-US" dirty="0">
                <a:latin typeface="Courier New" panose="02070309020205020404" pitchFamily="49" charset="0"/>
              </a:rPr>
              <a:t>   </a:t>
            </a:r>
            <a:r>
              <a:rPr lang="en-US" dirty="0" err="1">
                <a:latin typeface="Courier New" panose="02070309020205020404" pitchFamily="49" charset="0"/>
              </a:rPr>
              <a:t>myenvironment</a:t>
            </a:r>
            <a:r>
              <a:rPr lang="en-US" dirty="0">
                <a:latin typeface="Courier New" panose="02070309020205020404" pitchFamily="49" charset="0"/>
              </a:rPr>
              <a:t>   * /home/username/Anaconda3/</a:t>
            </a:r>
            <a:r>
              <a:rPr lang="en-US" dirty="0" err="1">
                <a:latin typeface="Courier New" panose="02070309020205020404" pitchFamily="49" charset="0"/>
              </a:rPr>
              <a:t>envs</a:t>
            </a:r>
            <a:r>
              <a:rPr lang="en-US" dirty="0">
                <a:latin typeface="Courier New" panose="02070309020205020404" pitchFamily="49" charset="0"/>
              </a:rPr>
              <a:t>/</a:t>
            </a:r>
            <a:r>
              <a:rPr lang="en-US" dirty="0" err="1">
                <a:latin typeface="Courier New" panose="02070309020205020404" pitchFamily="49" charset="0"/>
              </a:rPr>
              <a:t>myenvironment</a:t>
            </a:r>
            <a:endParaRPr lang="en-US" dirty="0">
              <a:latin typeface="Courier New" panose="02070309020205020404" pitchFamily="49" charset="0"/>
            </a:endParaRPr>
          </a:p>
          <a:p>
            <a:pPr lvl="1"/>
            <a:r>
              <a:rPr lang="en-US" b="1" dirty="0"/>
              <a:t>Installing packages</a:t>
            </a:r>
          </a:p>
          <a:p>
            <a:pPr lvl="2"/>
            <a:r>
              <a:rPr lang="en-US" dirty="0">
                <a:latin typeface="Courier New" panose="02070309020205020404" pitchFamily="49" charset="0"/>
              </a:rPr>
              <a:t># via environment activation</a:t>
            </a:r>
          </a:p>
          <a:p>
            <a:pPr lvl="2"/>
            <a:r>
              <a:rPr lang="en-US" dirty="0" err="1">
                <a:latin typeface="Courier New" panose="02070309020205020404" pitchFamily="49" charset="0"/>
              </a:rPr>
              <a:t>conda</a:t>
            </a:r>
            <a:r>
              <a:rPr lang="en-US" dirty="0">
                <a:latin typeface="Courier New" panose="02070309020205020404" pitchFamily="49" charset="0"/>
              </a:rPr>
              <a:t> activate </a:t>
            </a:r>
            <a:r>
              <a:rPr lang="en-US" dirty="0" err="1">
                <a:latin typeface="Courier New" panose="02070309020205020404" pitchFamily="49" charset="0"/>
              </a:rPr>
              <a:t>myenvironment</a:t>
            </a:r>
            <a:endParaRPr lang="en-US" dirty="0">
              <a:latin typeface="Courier New" panose="02070309020205020404" pitchFamily="49" charset="0"/>
            </a:endParaRPr>
          </a:p>
          <a:p>
            <a:pPr lvl="2"/>
            <a:r>
              <a:rPr lang="en-US" dirty="0" err="1">
                <a:latin typeface="Courier New" panose="02070309020205020404" pitchFamily="49" charset="0"/>
              </a:rPr>
              <a:t>conda</a:t>
            </a:r>
            <a:r>
              <a:rPr lang="en-US" dirty="0">
                <a:latin typeface="Courier New" panose="02070309020205020404" pitchFamily="49" charset="0"/>
              </a:rPr>
              <a:t> install matplotlib</a:t>
            </a:r>
          </a:p>
          <a:p>
            <a:pPr lvl="2"/>
            <a:endParaRPr lang="en-US" dirty="0">
              <a:latin typeface="Courier New" panose="02070309020205020404" pitchFamily="49" charset="0"/>
            </a:endParaRPr>
          </a:p>
          <a:p>
            <a:pPr lvl="2"/>
            <a:r>
              <a:rPr lang="en-US" dirty="0">
                <a:latin typeface="Courier New" panose="02070309020205020404" pitchFamily="49" charset="0"/>
              </a:rPr>
              <a:t># via command line option</a:t>
            </a:r>
          </a:p>
          <a:p>
            <a:pPr lvl="2"/>
            <a:r>
              <a:rPr lang="en-US" dirty="0" err="1">
                <a:latin typeface="Courier New" panose="02070309020205020404" pitchFamily="49" charset="0"/>
              </a:rPr>
              <a:t>conda</a:t>
            </a:r>
            <a:r>
              <a:rPr lang="en-US" dirty="0">
                <a:latin typeface="Courier New" panose="02070309020205020404" pitchFamily="49" charset="0"/>
              </a:rPr>
              <a:t> install --name </a:t>
            </a:r>
            <a:r>
              <a:rPr lang="en-US" dirty="0" err="1">
                <a:latin typeface="Courier New" panose="02070309020205020404" pitchFamily="49" charset="0"/>
              </a:rPr>
              <a:t>myenvironment</a:t>
            </a:r>
            <a:r>
              <a:rPr lang="en-US" dirty="0">
                <a:latin typeface="Courier New" panose="02070309020205020404" pitchFamily="49" charset="0"/>
              </a:rPr>
              <a:t> matplotlib</a:t>
            </a:r>
          </a:p>
          <a:p>
            <a:pPr lvl="2"/>
            <a:endParaRPr lang="en-US" dirty="0">
              <a:latin typeface="Courier New" panose="02070309020205020404" pitchFamily="49" charset="0"/>
            </a:endParaRPr>
          </a:p>
          <a:p>
            <a:pPr lvl="2"/>
            <a:endParaRPr lang="en-US" dirty="0"/>
          </a:p>
          <a:p>
            <a:pPr lvl="1"/>
            <a:endParaRPr lang="en-US" dirty="0"/>
          </a:p>
        </p:txBody>
      </p:sp>
      <p:sp>
        <p:nvSpPr>
          <p:cNvPr id="3" name="Date Placeholder 2">
            <a:extLst>
              <a:ext uri="{FF2B5EF4-FFF2-40B4-BE49-F238E27FC236}">
                <a16:creationId xmlns:a16="http://schemas.microsoft.com/office/drawing/2014/main" id="{42F14C6B-2E19-E7B7-C51C-83FD7B6F2F9E}"/>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AB04ECC1-6382-F4C6-7D0D-DBDFAF3631D8}"/>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3D617AA4-0765-736C-23C3-7088E51CA982}"/>
              </a:ext>
            </a:extLst>
          </p:cNvPr>
          <p:cNvSpPr>
            <a:spLocks noGrp="1"/>
          </p:cNvSpPr>
          <p:nvPr>
            <p:ph type="sldNum" sz="quarter" idx="12"/>
          </p:nvPr>
        </p:nvSpPr>
        <p:spPr/>
        <p:txBody>
          <a:bodyPr/>
          <a:lstStyle/>
          <a:p>
            <a:fld id="{FFE5CEB7-2A15-4D32-876E-AD9AEE3F0429}" type="slidenum">
              <a:rPr lang="en-US" smtClean="0"/>
              <a:t>34</a:t>
            </a:fld>
            <a:endParaRPr lang="en-US"/>
          </a:p>
        </p:txBody>
      </p:sp>
    </p:spTree>
    <p:extLst>
      <p:ext uri="{BB962C8B-B14F-4D97-AF65-F5344CB8AC3E}">
        <p14:creationId xmlns:p14="http://schemas.microsoft.com/office/powerpoint/2010/main" val="33612757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951E860-6B5B-90FB-7329-22C3EF2FA432}"/>
              </a:ext>
            </a:extLst>
          </p:cNvPr>
          <p:cNvSpPr>
            <a:spLocks noGrp="1"/>
          </p:cNvSpPr>
          <p:nvPr>
            <p:ph idx="1"/>
          </p:nvPr>
        </p:nvSpPr>
        <p:spPr/>
        <p:txBody>
          <a:bodyPr/>
          <a:lstStyle/>
          <a:p>
            <a:r>
              <a:rPr lang="en-US" b="1" dirty="0"/>
              <a:t>Updating </a:t>
            </a:r>
            <a:r>
              <a:rPr lang="en-US" b="1" dirty="0" err="1"/>
              <a:t>conda</a:t>
            </a:r>
            <a:endParaRPr lang="en-US" b="1" dirty="0"/>
          </a:p>
          <a:p>
            <a:pPr lvl="1"/>
            <a:r>
              <a:rPr lang="en-US" dirty="0" err="1"/>
              <a:t>conda</a:t>
            </a:r>
            <a:r>
              <a:rPr lang="en-US" dirty="0"/>
              <a:t> –version</a:t>
            </a:r>
          </a:p>
          <a:p>
            <a:pPr lvl="1"/>
            <a:r>
              <a:rPr lang="en-US" dirty="0" err="1">
                <a:latin typeface="Courier New" panose="02070309020205020404" pitchFamily="49" charset="0"/>
              </a:rPr>
              <a:t>conda</a:t>
            </a:r>
            <a:r>
              <a:rPr lang="en-US" dirty="0">
                <a:latin typeface="Courier New" panose="02070309020205020404" pitchFamily="49" charset="0"/>
              </a:rPr>
              <a:t> 26.5.3</a:t>
            </a:r>
          </a:p>
          <a:p>
            <a:pPr lvl="1"/>
            <a:r>
              <a:rPr lang="en-US" dirty="0" err="1">
                <a:latin typeface="Courier New" panose="02070309020205020404" pitchFamily="49" charset="0"/>
              </a:rPr>
              <a:t>conda</a:t>
            </a:r>
            <a:r>
              <a:rPr lang="en-US" dirty="0">
                <a:latin typeface="Courier New" panose="02070309020205020404" pitchFamily="49" charset="0"/>
              </a:rPr>
              <a:t> update </a:t>
            </a:r>
            <a:r>
              <a:rPr lang="en-US" dirty="0" err="1">
                <a:latin typeface="Courier New" panose="02070309020205020404" pitchFamily="49" charset="0"/>
              </a:rPr>
              <a:t>conda</a:t>
            </a:r>
            <a:endParaRPr lang="en-US" dirty="0">
              <a:latin typeface="Courier New" panose="02070309020205020404" pitchFamily="49" charset="0"/>
            </a:endParaRPr>
          </a:p>
          <a:p>
            <a:pPr lvl="1"/>
            <a:r>
              <a:rPr lang="en-US" dirty="0">
                <a:latin typeface="Courier New" panose="02070309020205020404" pitchFamily="49" charset="0"/>
              </a:rPr>
              <a:t>&amp; "C:\ProgramData\miniforge3\Scripts\conda.exe" </a:t>
            </a:r>
            <a:r>
              <a:rPr lang="en-US" dirty="0" err="1">
                <a:latin typeface="Courier New" panose="02070309020205020404" pitchFamily="49" charset="0"/>
              </a:rPr>
              <a:t>init</a:t>
            </a:r>
            <a:r>
              <a:rPr lang="en-US" dirty="0">
                <a:latin typeface="Courier New" panose="02070309020205020404" pitchFamily="49" charset="0"/>
              </a:rPr>
              <a:t> </a:t>
            </a:r>
            <a:r>
              <a:rPr lang="en-US" dirty="0" err="1">
                <a:latin typeface="Courier New" panose="02070309020205020404" pitchFamily="49" charset="0"/>
              </a:rPr>
              <a:t>powershell</a:t>
            </a:r>
            <a:endParaRPr lang="en-US" dirty="0">
              <a:latin typeface="Courier New" panose="02070309020205020404" pitchFamily="49" charset="0"/>
            </a:endParaRPr>
          </a:p>
          <a:p>
            <a:pPr lvl="1"/>
            <a:endParaRPr lang="en-US" dirty="0"/>
          </a:p>
        </p:txBody>
      </p:sp>
      <p:sp>
        <p:nvSpPr>
          <p:cNvPr id="3" name="Date Placeholder 2">
            <a:extLst>
              <a:ext uri="{FF2B5EF4-FFF2-40B4-BE49-F238E27FC236}">
                <a16:creationId xmlns:a16="http://schemas.microsoft.com/office/drawing/2014/main" id="{855597C1-E6F6-3D4C-2953-37B5BDE8A244}"/>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0613232D-4B82-9F21-422C-560CEBDBC128}"/>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6A3E2B00-9F12-1628-641A-92BAAAF72B88}"/>
              </a:ext>
            </a:extLst>
          </p:cNvPr>
          <p:cNvSpPr>
            <a:spLocks noGrp="1"/>
          </p:cNvSpPr>
          <p:nvPr>
            <p:ph type="sldNum" sz="quarter" idx="12"/>
          </p:nvPr>
        </p:nvSpPr>
        <p:spPr/>
        <p:txBody>
          <a:bodyPr/>
          <a:lstStyle/>
          <a:p>
            <a:fld id="{FFE5CEB7-2A15-4D32-876E-AD9AEE3F0429}" type="slidenum">
              <a:rPr lang="en-US" smtClean="0"/>
              <a:t>35</a:t>
            </a:fld>
            <a:endParaRPr lang="en-US"/>
          </a:p>
        </p:txBody>
      </p:sp>
    </p:spTree>
    <p:extLst>
      <p:ext uri="{BB962C8B-B14F-4D97-AF65-F5344CB8AC3E}">
        <p14:creationId xmlns:p14="http://schemas.microsoft.com/office/powerpoint/2010/main" val="35720422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A64B1D9-B37D-E839-CFA6-A1A955247DC8}"/>
              </a:ext>
            </a:extLst>
          </p:cNvPr>
          <p:cNvSpPr>
            <a:spLocks noGrp="1"/>
          </p:cNvSpPr>
          <p:nvPr>
            <p:ph idx="1"/>
          </p:nvPr>
        </p:nvSpPr>
        <p:spPr/>
        <p:txBody>
          <a:bodyPr/>
          <a:lstStyle/>
          <a:p>
            <a:r>
              <a:rPr lang="en-US" dirty="0"/>
              <a:t>tree-based methods</a:t>
            </a:r>
          </a:p>
          <a:p>
            <a:pPr lvl="1"/>
            <a:r>
              <a:rPr lang="en-US" dirty="0"/>
              <a:t>These involve stratifying or segmenting the predictor space into a</a:t>
            </a:r>
          </a:p>
          <a:p>
            <a:pPr lvl="2"/>
            <a:r>
              <a:rPr lang="en-US" dirty="0"/>
              <a:t>number of simple regions</a:t>
            </a:r>
          </a:p>
          <a:p>
            <a:pPr lvl="2"/>
            <a:r>
              <a:rPr lang="en-US" b="1" dirty="0"/>
              <a:t>Decision Trees (DTs)</a:t>
            </a:r>
            <a:r>
              <a:rPr lang="en-US" dirty="0"/>
              <a:t> are a non-parametric supervised learning method used for </a:t>
            </a:r>
            <a:r>
              <a:rPr lang="en-US" dirty="0">
                <a:hlinkClick r:id="rId2"/>
              </a:rPr>
              <a:t>classification</a:t>
            </a:r>
            <a:r>
              <a:rPr lang="en-US" dirty="0"/>
              <a:t> and </a:t>
            </a:r>
            <a:r>
              <a:rPr lang="en-US" dirty="0">
                <a:hlinkClick r:id="rId3"/>
              </a:rPr>
              <a:t>regression</a:t>
            </a:r>
            <a:r>
              <a:rPr lang="en-US" dirty="0"/>
              <a:t>. </a:t>
            </a:r>
          </a:p>
          <a:p>
            <a:pPr lvl="2"/>
            <a:r>
              <a:rPr lang="en-US" dirty="0"/>
              <a:t>The goal is to create a model that predicts the value of a target variable by learning simple decision rules inferred from the data features.</a:t>
            </a:r>
          </a:p>
          <a:p>
            <a:pPr lvl="2"/>
            <a:r>
              <a:rPr lang="en-US" dirty="0"/>
              <a:t>Decision trees are versatile machine learning algorithms that can perform both classification and regression tasks, and even multioutput tasks. </a:t>
            </a:r>
          </a:p>
          <a:p>
            <a:pPr lvl="1"/>
            <a:r>
              <a:rPr lang="en-US" dirty="0"/>
              <a:t>Regression Trees</a:t>
            </a:r>
          </a:p>
          <a:p>
            <a:pPr lvl="2"/>
            <a:r>
              <a:rPr lang="en-US" dirty="0"/>
              <a:t>Predicting Baseball Players’ Salaries Using Regression Trees</a:t>
            </a:r>
          </a:p>
          <a:p>
            <a:pPr lvl="3"/>
            <a:endParaRPr lang="en-US" dirty="0"/>
          </a:p>
        </p:txBody>
      </p:sp>
      <p:sp>
        <p:nvSpPr>
          <p:cNvPr id="3" name="Date Placeholder 2">
            <a:extLst>
              <a:ext uri="{FF2B5EF4-FFF2-40B4-BE49-F238E27FC236}">
                <a16:creationId xmlns:a16="http://schemas.microsoft.com/office/drawing/2014/main" id="{C3A2F577-CBCF-07FC-F4B3-E534E1451C20}"/>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FFDBDF9D-9B38-5936-57A3-0598C4685E79}"/>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DBF0D95E-F8CD-CB7A-84C8-9B8385FF0464}"/>
              </a:ext>
            </a:extLst>
          </p:cNvPr>
          <p:cNvSpPr>
            <a:spLocks noGrp="1"/>
          </p:cNvSpPr>
          <p:nvPr>
            <p:ph type="sldNum" sz="quarter" idx="12"/>
          </p:nvPr>
        </p:nvSpPr>
        <p:spPr/>
        <p:txBody>
          <a:bodyPr/>
          <a:lstStyle/>
          <a:p>
            <a:fld id="{FFE5CEB7-2A15-4D32-876E-AD9AEE3F0429}" type="slidenum">
              <a:rPr lang="en-US" smtClean="0"/>
              <a:t>36</a:t>
            </a:fld>
            <a:endParaRPr lang="en-US"/>
          </a:p>
        </p:txBody>
      </p:sp>
    </p:spTree>
    <p:extLst>
      <p:ext uri="{BB962C8B-B14F-4D97-AF65-F5344CB8AC3E}">
        <p14:creationId xmlns:p14="http://schemas.microsoft.com/office/powerpoint/2010/main" val="13924699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D776E69A-577F-4235-B3B6-AD8AF27709BC}"/>
              </a:ext>
            </a:extLst>
          </p:cNvPr>
          <p:cNvPicPr>
            <a:picLocks noGrp="1" noChangeAspect="1"/>
          </p:cNvPicPr>
          <p:nvPr>
            <p:ph idx="1"/>
          </p:nvPr>
        </p:nvPicPr>
        <p:blipFill>
          <a:blip r:embed="rId2"/>
          <a:stretch>
            <a:fillRect/>
          </a:stretch>
        </p:blipFill>
        <p:spPr>
          <a:xfrm>
            <a:off x="1214774" y="193962"/>
            <a:ext cx="8641920" cy="5951344"/>
          </a:xfrm>
          <a:prstGeom prst="rect">
            <a:avLst/>
          </a:prstGeom>
        </p:spPr>
      </p:pic>
      <p:sp>
        <p:nvSpPr>
          <p:cNvPr id="3" name="Date Placeholder 2">
            <a:extLst>
              <a:ext uri="{FF2B5EF4-FFF2-40B4-BE49-F238E27FC236}">
                <a16:creationId xmlns:a16="http://schemas.microsoft.com/office/drawing/2014/main" id="{94CA96DE-564B-3E89-DB6D-151B4496D9C6}"/>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94F922EF-EDA2-5990-F3C8-87AD786CC33C}"/>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6F68AA3E-6C28-5E4F-8CBA-8F481BED8B0E}"/>
              </a:ext>
            </a:extLst>
          </p:cNvPr>
          <p:cNvSpPr>
            <a:spLocks noGrp="1"/>
          </p:cNvSpPr>
          <p:nvPr>
            <p:ph type="sldNum" sz="quarter" idx="12"/>
          </p:nvPr>
        </p:nvSpPr>
        <p:spPr/>
        <p:txBody>
          <a:bodyPr/>
          <a:lstStyle/>
          <a:p>
            <a:fld id="{FFE5CEB7-2A15-4D32-876E-AD9AEE3F0429}" type="slidenum">
              <a:rPr lang="en-US" smtClean="0"/>
              <a:t>37</a:t>
            </a:fld>
            <a:endParaRPr lang="en-US"/>
          </a:p>
        </p:txBody>
      </p:sp>
      <p:pic>
        <p:nvPicPr>
          <p:cNvPr id="9" name="Picture 8">
            <a:extLst>
              <a:ext uri="{FF2B5EF4-FFF2-40B4-BE49-F238E27FC236}">
                <a16:creationId xmlns:a16="http://schemas.microsoft.com/office/drawing/2014/main" id="{A1D583DE-CAF5-77ED-AC3A-74D85C8D16B1}"/>
              </a:ext>
            </a:extLst>
          </p:cNvPr>
          <p:cNvPicPr>
            <a:picLocks noChangeAspect="1"/>
          </p:cNvPicPr>
          <p:nvPr/>
        </p:nvPicPr>
        <p:blipFill>
          <a:blip r:embed="rId3"/>
          <a:stretch>
            <a:fillRect/>
          </a:stretch>
        </p:blipFill>
        <p:spPr>
          <a:xfrm>
            <a:off x="6276149" y="980761"/>
            <a:ext cx="5915851" cy="485843"/>
          </a:xfrm>
          <a:prstGeom prst="rect">
            <a:avLst/>
          </a:prstGeom>
        </p:spPr>
      </p:pic>
    </p:spTree>
    <p:extLst>
      <p:ext uri="{BB962C8B-B14F-4D97-AF65-F5344CB8AC3E}">
        <p14:creationId xmlns:p14="http://schemas.microsoft.com/office/powerpoint/2010/main" val="31078091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7CBC49D-2E96-FBAD-F20E-E3358F0A922E}"/>
              </a:ext>
            </a:extLst>
          </p:cNvPr>
          <p:cNvSpPr>
            <a:spLocks noGrp="1"/>
          </p:cNvSpPr>
          <p:nvPr>
            <p:ph idx="1"/>
          </p:nvPr>
        </p:nvSpPr>
        <p:spPr/>
        <p:txBody>
          <a:bodyPr/>
          <a:lstStyle/>
          <a:p>
            <a:r>
              <a:rPr lang="en-US" dirty="0"/>
              <a:t>A decision tree is a hierarchical data structure implementing the</a:t>
            </a:r>
          </a:p>
          <a:p>
            <a:pPr lvl="1"/>
            <a:r>
              <a:rPr lang="en-US" dirty="0"/>
              <a:t>divide-and-conquer strategy.</a:t>
            </a:r>
          </a:p>
          <a:p>
            <a:pPr lvl="1"/>
            <a:endParaRPr lang="en-US" dirty="0"/>
          </a:p>
          <a:p>
            <a:endParaRPr lang="en-US" dirty="0"/>
          </a:p>
        </p:txBody>
      </p:sp>
      <p:sp>
        <p:nvSpPr>
          <p:cNvPr id="3" name="Date Placeholder 2">
            <a:extLst>
              <a:ext uri="{FF2B5EF4-FFF2-40B4-BE49-F238E27FC236}">
                <a16:creationId xmlns:a16="http://schemas.microsoft.com/office/drawing/2014/main" id="{E03BB681-4484-C66D-D2E6-3A27E920DA07}"/>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16CFDE1E-51E1-F791-4A76-C8F017E3FF54}"/>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015018E3-3BA2-DBDB-56E4-480493E37A2C}"/>
              </a:ext>
            </a:extLst>
          </p:cNvPr>
          <p:cNvSpPr>
            <a:spLocks noGrp="1"/>
          </p:cNvSpPr>
          <p:nvPr>
            <p:ph type="sldNum" sz="quarter" idx="12"/>
          </p:nvPr>
        </p:nvSpPr>
        <p:spPr/>
        <p:txBody>
          <a:bodyPr/>
          <a:lstStyle/>
          <a:p>
            <a:fld id="{FFE5CEB7-2A15-4D32-876E-AD9AEE3F0429}" type="slidenum">
              <a:rPr lang="en-US" smtClean="0"/>
              <a:t>38</a:t>
            </a:fld>
            <a:endParaRPr lang="en-US"/>
          </a:p>
        </p:txBody>
      </p:sp>
      <p:pic>
        <p:nvPicPr>
          <p:cNvPr id="7" name="Picture 6">
            <a:extLst>
              <a:ext uri="{FF2B5EF4-FFF2-40B4-BE49-F238E27FC236}">
                <a16:creationId xmlns:a16="http://schemas.microsoft.com/office/drawing/2014/main" id="{A362B2F9-AD97-E436-DD79-E59736AB6D0E}"/>
              </a:ext>
            </a:extLst>
          </p:cNvPr>
          <p:cNvPicPr>
            <a:picLocks noChangeAspect="1"/>
          </p:cNvPicPr>
          <p:nvPr/>
        </p:nvPicPr>
        <p:blipFill>
          <a:blip r:embed="rId2"/>
          <a:stretch>
            <a:fillRect/>
          </a:stretch>
        </p:blipFill>
        <p:spPr>
          <a:xfrm>
            <a:off x="2447364" y="947572"/>
            <a:ext cx="7549667" cy="5134510"/>
          </a:xfrm>
          <a:prstGeom prst="rect">
            <a:avLst/>
          </a:prstGeom>
        </p:spPr>
      </p:pic>
    </p:spTree>
    <p:extLst>
      <p:ext uri="{BB962C8B-B14F-4D97-AF65-F5344CB8AC3E}">
        <p14:creationId xmlns:p14="http://schemas.microsoft.com/office/powerpoint/2010/main" val="18226936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A410CD0-50BA-10DD-3970-A335988A0587}"/>
              </a:ext>
            </a:extLst>
          </p:cNvPr>
          <p:cNvSpPr>
            <a:spLocks noGrp="1"/>
          </p:cNvSpPr>
          <p:nvPr>
            <p:ph idx="1"/>
          </p:nvPr>
        </p:nvSpPr>
        <p:spPr/>
        <p:txBody>
          <a:bodyPr/>
          <a:lstStyle/>
          <a:p>
            <a:r>
              <a:rPr lang="en-US" dirty="0"/>
              <a:t>root node</a:t>
            </a:r>
          </a:p>
          <a:p>
            <a:r>
              <a:rPr lang="en-US" dirty="0"/>
              <a:t>leaf node </a:t>
            </a:r>
          </a:p>
          <a:p>
            <a:pPr lvl="1"/>
            <a:r>
              <a:rPr lang="en-US" dirty="0"/>
              <a:t>it does not have any child nodes</a:t>
            </a:r>
          </a:p>
          <a:p>
            <a:r>
              <a:rPr lang="en-US" dirty="0"/>
              <a:t>split node</a:t>
            </a:r>
          </a:p>
          <a:p>
            <a:r>
              <a:rPr lang="en-US" dirty="0"/>
              <a:t>One of the many qualities of decision trees is that they require very</a:t>
            </a:r>
          </a:p>
          <a:p>
            <a:pPr lvl="1"/>
            <a:r>
              <a:rPr lang="en-US" dirty="0"/>
              <a:t>little data preparation. In fact, they don’t require feature scaling or</a:t>
            </a:r>
          </a:p>
          <a:p>
            <a:pPr lvl="2"/>
            <a:r>
              <a:rPr lang="en-US" dirty="0"/>
              <a:t>centering at all.</a:t>
            </a:r>
          </a:p>
          <a:p>
            <a:r>
              <a:rPr lang="en-US" dirty="0"/>
              <a:t>node’s samples attribute</a:t>
            </a:r>
          </a:p>
          <a:p>
            <a:r>
              <a:rPr lang="en-US" dirty="0"/>
              <a:t>node’s value attribute</a:t>
            </a:r>
          </a:p>
          <a:p>
            <a:r>
              <a:rPr lang="en-US" dirty="0"/>
              <a:t>Gini impurity:</a:t>
            </a:r>
          </a:p>
        </p:txBody>
      </p:sp>
      <p:sp>
        <p:nvSpPr>
          <p:cNvPr id="3" name="Date Placeholder 2">
            <a:extLst>
              <a:ext uri="{FF2B5EF4-FFF2-40B4-BE49-F238E27FC236}">
                <a16:creationId xmlns:a16="http://schemas.microsoft.com/office/drawing/2014/main" id="{1AF08BE8-AB32-336C-540D-7EAA9C651A84}"/>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9A3A446C-F484-527B-0995-EFDFC5329114}"/>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06690E77-2E2C-7953-3040-758753A54BCD}"/>
              </a:ext>
            </a:extLst>
          </p:cNvPr>
          <p:cNvSpPr>
            <a:spLocks noGrp="1"/>
          </p:cNvSpPr>
          <p:nvPr>
            <p:ph type="sldNum" sz="quarter" idx="12"/>
          </p:nvPr>
        </p:nvSpPr>
        <p:spPr/>
        <p:txBody>
          <a:bodyPr/>
          <a:lstStyle/>
          <a:p>
            <a:fld id="{FFE5CEB7-2A15-4D32-876E-AD9AEE3F0429}" type="slidenum">
              <a:rPr lang="en-US" smtClean="0"/>
              <a:t>39</a:t>
            </a:fld>
            <a:endParaRPr lang="en-US"/>
          </a:p>
        </p:txBody>
      </p:sp>
      <p:pic>
        <p:nvPicPr>
          <p:cNvPr id="7" name="Picture 6">
            <a:extLst>
              <a:ext uri="{FF2B5EF4-FFF2-40B4-BE49-F238E27FC236}">
                <a16:creationId xmlns:a16="http://schemas.microsoft.com/office/drawing/2014/main" id="{012D9EFA-79C1-A059-DFC0-F2314D011342}"/>
              </a:ext>
            </a:extLst>
          </p:cNvPr>
          <p:cNvPicPr>
            <a:picLocks noChangeAspect="1"/>
          </p:cNvPicPr>
          <p:nvPr/>
        </p:nvPicPr>
        <p:blipFill>
          <a:blip r:embed="rId2"/>
          <a:stretch>
            <a:fillRect/>
          </a:stretch>
        </p:blipFill>
        <p:spPr>
          <a:xfrm>
            <a:off x="5694829" y="4680522"/>
            <a:ext cx="3362794" cy="1057423"/>
          </a:xfrm>
          <a:prstGeom prst="rect">
            <a:avLst/>
          </a:prstGeom>
        </p:spPr>
      </p:pic>
    </p:spTree>
    <p:extLst>
      <p:ext uri="{BB962C8B-B14F-4D97-AF65-F5344CB8AC3E}">
        <p14:creationId xmlns:p14="http://schemas.microsoft.com/office/powerpoint/2010/main" val="20985597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FF29CEA-5305-DC2A-D553-1C5499B04617}"/>
              </a:ext>
            </a:extLst>
          </p:cNvPr>
          <p:cNvSpPr>
            <a:spLocks noGrp="1"/>
          </p:cNvSpPr>
          <p:nvPr>
            <p:ph idx="1"/>
          </p:nvPr>
        </p:nvSpPr>
        <p:spPr/>
        <p:txBody>
          <a:bodyPr/>
          <a:lstStyle/>
          <a:p>
            <a:r>
              <a:rPr lang="en-US" dirty="0"/>
              <a:t>Scikit-Learn uses the CART algorithm, which produces only binary</a:t>
            </a:r>
          </a:p>
          <a:p>
            <a:pPr lvl="1"/>
            <a:r>
              <a:rPr lang="en-US" dirty="0"/>
              <a:t>trees, meaning trees where split nodes always have exactly two</a:t>
            </a:r>
          </a:p>
          <a:p>
            <a:pPr lvl="2"/>
            <a:r>
              <a:rPr lang="en-US" dirty="0"/>
              <a:t>children (i.e., questions only have yes/no answers). However, other</a:t>
            </a:r>
          </a:p>
          <a:p>
            <a:pPr lvl="3"/>
            <a:r>
              <a:rPr lang="en-US" dirty="0"/>
              <a:t>algorithms, such as ID3, can produce decision trees with nodes that</a:t>
            </a:r>
          </a:p>
          <a:p>
            <a:pPr lvl="3"/>
            <a:r>
              <a:rPr lang="en-US" dirty="0"/>
              <a:t>have more than two children.</a:t>
            </a:r>
          </a:p>
          <a:p>
            <a:r>
              <a:rPr lang="en-US" dirty="0"/>
              <a:t>Decision tree’s decision boundaries</a:t>
            </a:r>
          </a:p>
          <a:p>
            <a:pPr lvl="1"/>
            <a:endParaRPr lang="en-US" dirty="0"/>
          </a:p>
        </p:txBody>
      </p:sp>
      <p:sp>
        <p:nvSpPr>
          <p:cNvPr id="3" name="Date Placeholder 2">
            <a:extLst>
              <a:ext uri="{FF2B5EF4-FFF2-40B4-BE49-F238E27FC236}">
                <a16:creationId xmlns:a16="http://schemas.microsoft.com/office/drawing/2014/main" id="{27527AF8-47C1-F592-BDB4-0A6FB4319464}"/>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F5EED051-6A3D-4F3D-B994-8C929E7585D7}"/>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3F84396E-1395-CADA-4CAD-E23EC647623E}"/>
              </a:ext>
            </a:extLst>
          </p:cNvPr>
          <p:cNvSpPr>
            <a:spLocks noGrp="1"/>
          </p:cNvSpPr>
          <p:nvPr>
            <p:ph type="sldNum" sz="quarter" idx="12"/>
          </p:nvPr>
        </p:nvSpPr>
        <p:spPr/>
        <p:txBody>
          <a:bodyPr/>
          <a:lstStyle/>
          <a:p>
            <a:fld id="{FFE5CEB7-2A15-4D32-876E-AD9AEE3F0429}" type="slidenum">
              <a:rPr lang="en-US" smtClean="0"/>
              <a:t>40</a:t>
            </a:fld>
            <a:endParaRPr lang="en-US"/>
          </a:p>
        </p:txBody>
      </p:sp>
    </p:spTree>
    <p:extLst>
      <p:ext uri="{BB962C8B-B14F-4D97-AF65-F5344CB8AC3E}">
        <p14:creationId xmlns:p14="http://schemas.microsoft.com/office/powerpoint/2010/main" val="138309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1FC9876-539E-A50B-D05E-117D17F77D65}"/>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7B8E5915-BE5F-E826-5582-A8E49941F116}"/>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3EA50D01-4A88-6CAC-D5BB-802C7309D3A4}"/>
              </a:ext>
            </a:extLst>
          </p:cNvPr>
          <p:cNvSpPr>
            <a:spLocks noGrp="1"/>
          </p:cNvSpPr>
          <p:nvPr>
            <p:ph type="sldNum" sz="quarter" idx="12"/>
          </p:nvPr>
        </p:nvSpPr>
        <p:spPr/>
        <p:txBody>
          <a:bodyPr/>
          <a:lstStyle/>
          <a:p>
            <a:fld id="{FFE5CEB7-2A15-4D32-876E-AD9AEE3F0429}" type="slidenum">
              <a:rPr lang="en-US" smtClean="0"/>
              <a:t>41</a:t>
            </a:fld>
            <a:endParaRPr lang="en-US"/>
          </a:p>
        </p:txBody>
      </p:sp>
      <p:pic>
        <p:nvPicPr>
          <p:cNvPr id="7" name="Content Placeholder 6">
            <a:extLst>
              <a:ext uri="{FF2B5EF4-FFF2-40B4-BE49-F238E27FC236}">
                <a16:creationId xmlns:a16="http://schemas.microsoft.com/office/drawing/2014/main" id="{0E6A56CE-3D9E-68D9-3027-FD9B66A81546}"/>
              </a:ext>
            </a:extLst>
          </p:cNvPr>
          <p:cNvPicPr>
            <a:picLocks noGrp="1" noChangeAspect="1"/>
          </p:cNvPicPr>
          <p:nvPr>
            <p:ph idx="1"/>
          </p:nvPr>
        </p:nvPicPr>
        <p:blipFill>
          <a:blip r:embed="rId2"/>
          <a:stretch>
            <a:fillRect/>
          </a:stretch>
        </p:blipFill>
        <p:spPr>
          <a:xfrm>
            <a:off x="382378" y="537883"/>
            <a:ext cx="11025766" cy="5311588"/>
          </a:xfrm>
          <a:prstGeom prst="rect">
            <a:avLst/>
          </a:prstGeom>
        </p:spPr>
      </p:pic>
    </p:spTree>
    <p:extLst>
      <p:ext uri="{BB962C8B-B14F-4D97-AF65-F5344CB8AC3E}">
        <p14:creationId xmlns:p14="http://schemas.microsoft.com/office/powerpoint/2010/main" val="7443356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2617B1E-468D-0584-9F7F-CBFBB704E005}"/>
              </a:ext>
            </a:extLst>
          </p:cNvPr>
          <p:cNvSpPr>
            <a:spLocks noGrp="1"/>
          </p:cNvSpPr>
          <p:nvPr>
            <p:ph idx="1"/>
          </p:nvPr>
        </p:nvSpPr>
        <p:spPr/>
        <p:txBody>
          <a:bodyPr/>
          <a:lstStyle/>
          <a:p>
            <a:r>
              <a:rPr lang="en-US" dirty="0"/>
              <a:t>Model Interpretation: </a:t>
            </a:r>
          </a:p>
          <a:p>
            <a:pPr lvl="1"/>
            <a:r>
              <a:rPr lang="en-US" dirty="0"/>
              <a:t>White Box Versus Black Box</a:t>
            </a:r>
          </a:p>
          <a:p>
            <a:pPr lvl="2"/>
            <a:r>
              <a:rPr lang="en-US" dirty="0"/>
              <a:t>Decision trees are intuitive, and their decisions are easy to interpret. Such models are</a:t>
            </a:r>
          </a:p>
          <a:p>
            <a:pPr lvl="3"/>
            <a:r>
              <a:rPr lang="en-US" dirty="0"/>
              <a:t>often called white box models.</a:t>
            </a:r>
          </a:p>
          <a:p>
            <a:pPr lvl="1"/>
            <a:r>
              <a:rPr lang="en-US" dirty="0"/>
              <a:t>Discussion</a:t>
            </a:r>
          </a:p>
          <a:p>
            <a:r>
              <a:rPr lang="en-US" dirty="0"/>
              <a:t>Estimating Class Probabilities</a:t>
            </a:r>
          </a:p>
          <a:p>
            <a:pPr lvl="1"/>
            <a:r>
              <a:rPr lang="en-US" dirty="0"/>
              <a:t>A decision tree can also estimate the probability that an instance belongs to a particular class k. </a:t>
            </a:r>
          </a:p>
          <a:p>
            <a:pPr lvl="2"/>
            <a:r>
              <a:rPr lang="en-US" dirty="0"/>
              <a:t>First it traverses the tree to find the leaf node for this instance, and</a:t>
            </a:r>
          </a:p>
          <a:p>
            <a:pPr lvl="2"/>
            <a:r>
              <a:rPr lang="en-US" dirty="0"/>
              <a:t>then it returns the ratio of training instances of class k in this node. </a:t>
            </a:r>
          </a:p>
        </p:txBody>
      </p:sp>
      <p:sp>
        <p:nvSpPr>
          <p:cNvPr id="3" name="Date Placeholder 2">
            <a:extLst>
              <a:ext uri="{FF2B5EF4-FFF2-40B4-BE49-F238E27FC236}">
                <a16:creationId xmlns:a16="http://schemas.microsoft.com/office/drawing/2014/main" id="{F2395D8F-A5C2-29A8-FDA1-97B7640FDAD8}"/>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A678D82A-D137-5108-4894-A0D5251D3155}"/>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311472D5-E9F2-4B92-5429-4853243BE29B}"/>
              </a:ext>
            </a:extLst>
          </p:cNvPr>
          <p:cNvSpPr>
            <a:spLocks noGrp="1"/>
          </p:cNvSpPr>
          <p:nvPr>
            <p:ph type="sldNum" sz="quarter" idx="12"/>
          </p:nvPr>
        </p:nvSpPr>
        <p:spPr/>
        <p:txBody>
          <a:bodyPr/>
          <a:lstStyle/>
          <a:p>
            <a:fld id="{FFE5CEB7-2A15-4D32-876E-AD9AEE3F0429}" type="slidenum">
              <a:rPr lang="en-US" smtClean="0"/>
              <a:t>42</a:t>
            </a:fld>
            <a:endParaRPr lang="en-US"/>
          </a:p>
        </p:txBody>
      </p:sp>
    </p:spTree>
    <p:extLst>
      <p:ext uri="{BB962C8B-B14F-4D97-AF65-F5344CB8AC3E}">
        <p14:creationId xmlns:p14="http://schemas.microsoft.com/office/powerpoint/2010/main" val="40929775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DAE1648-2E32-163C-011D-0E9183E9B15A}"/>
              </a:ext>
            </a:extLst>
          </p:cNvPr>
          <p:cNvSpPr>
            <a:spLocks noGrp="1"/>
          </p:cNvSpPr>
          <p:nvPr>
            <p:ph idx="1"/>
          </p:nvPr>
        </p:nvSpPr>
        <p:spPr/>
        <p:txBody>
          <a:bodyPr/>
          <a:lstStyle/>
          <a:p>
            <a:r>
              <a:rPr lang="en-US" dirty="0"/>
              <a:t>The CART Training Algorithm</a:t>
            </a:r>
          </a:p>
          <a:p>
            <a:pPr lvl="1"/>
            <a:r>
              <a:rPr lang="en-US" dirty="0"/>
              <a:t>Classification and Regression Tree (CART)</a:t>
            </a:r>
          </a:p>
          <a:p>
            <a:pPr lvl="1"/>
            <a:r>
              <a:rPr lang="en-US" dirty="0"/>
              <a:t>decision trees (also called “growing” trees)</a:t>
            </a:r>
          </a:p>
          <a:p>
            <a:pPr lvl="2"/>
            <a:r>
              <a:rPr lang="en-US" dirty="0"/>
              <a:t>The algorithm works by first splitting</a:t>
            </a:r>
          </a:p>
          <a:p>
            <a:pPr lvl="2"/>
            <a:r>
              <a:rPr lang="en-US" dirty="0"/>
              <a:t>the training set into two subsets using a single feature k and </a:t>
            </a:r>
          </a:p>
          <a:p>
            <a:pPr lvl="3"/>
            <a:r>
              <a:rPr lang="en-US" dirty="0"/>
              <a:t>a threshold </a:t>
            </a:r>
            <a:r>
              <a:rPr lang="en-US" dirty="0" err="1"/>
              <a:t>tk</a:t>
            </a:r>
            <a:r>
              <a:rPr lang="en-US" dirty="0"/>
              <a:t> (</a:t>
            </a:r>
            <a:r>
              <a:rPr lang="en-US" dirty="0" err="1"/>
              <a:t>e.g.,“petal</a:t>
            </a:r>
            <a:r>
              <a:rPr lang="en-US" dirty="0"/>
              <a:t> length ≤ 2.45 cm”).</a:t>
            </a:r>
          </a:p>
          <a:p>
            <a:pPr lvl="3"/>
            <a:endParaRPr lang="en-US" dirty="0"/>
          </a:p>
          <a:p>
            <a:pPr lvl="3"/>
            <a:endParaRPr lang="en-US" dirty="0"/>
          </a:p>
          <a:p>
            <a:pPr lvl="3"/>
            <a:endParaRPr lang="en-US" dirty="0"/>
          </a:p>
          <a:p>
            <a:pPr lvl="3"/>
            <a:endParaRPr lang="en-US" dirty="0"/>
          </a:p>
          <a:p>
            <a:pPr lvl="3"/>
            <a:endParaRPr lang="en-US" dirty="0"/>
          </a:p>
          <a:p>
            <a:pPr lvl="3"/>
            <a:endParaRPr lang="en-US" dirty="0"/>
          </a:p>
          <a:p>
            <a:pPr lvl="3"/>
            <a:endParaRPr lang="en-US" dirty="0"/>
          </a:p>
          <a:p>
            <a:pPr lvl="1"/>
            <a:r>
              <a:rPr lang="en-US" dirty="0"/>
              <a:t>Once the CART algorithm has successfully split the training set in two,</a:t>
            </a:r>
          </a:p>
          <a:p>
            <a:pPr lvl="2"/>
            <a:r>
              <a:rPr lang="en-US" dirty="0"/>
              <a:t>it splits</a:t>
            </a:r>
          </a:p>
          <a:p>
            <a:pPr lvl="2"/>
            <a:r>
              <a:rPr lang="en-US" dirty="0"/>
              <a:t>the subsets using the same logic, then the sub-subsets, and so on, recursively. </a:t>
            </a:r>
          </a:p>
        </p:txBody>
      </p:sp>
      <p:sp>
        <p:nvSpPr>
          <p:cNvPr id="3" name="Date Placeholder 2">
            <a:extLst>
              <a:ext uri="{FF2B5EF4-FFF2-40B4-BE49-F238E27FC236}">
                <a16:creationId xmlns:a16="http://schemas.microsoft.com/office/drawing/2014/main" id="{56C8A01B-D3D6-B16D-A159-2779A1213689}"/>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54982205-0A5F-9C9B-0E4A-35208D7E4FF4}"/>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A06DA91F-B86F-265E-2E5F-A8DBDF049E95}"/>
              </a:ext>
            </a:extLst>
          </p:cNvPr>
          <p:cNvSpPr>
            <a:spLocks noGrp="1"/>
          </p:cNvSpPr>
          <p:nvPr>
            <p:ph type="sldNum" sz="quarter" idx="12"/>
          </p:nvPr>
        </p:nvSpPr>
        <p:spPr/>
        <p:txBody>
          <a:bodyPr/>
          <a:lstStyle/>
          <a:p>
            <a:fld id="{FFE5CEB7-2A15-4D32-876E-AD9AEE3F0429}" type="slidenum">
              <a:rPr lang="en-US" smtClean="0"/>
              <a:t>43</a:t>
            </a:fld>
            <a:endParaRPr lang="en-US"/>
          </a:p>
        </p:txBody>
      </p:sp>
      <p:pic>
        <p:nvPicPr>
          <p:cNvPr id="7" name="Picture 6">
            <a:extLst>
              <a:ext uri="{FF2B5EF4-FFF2-40B4-BE49-F238E27FC236}">
                <a16:creationId xmlns:a16="http://schemas.microsoft.com/office/drawing/2014/main" id="{6CEF0B83-203B-CB77-2A6D-783C6C1AA362}"/>
              </a:ext>
            </a:extLst>
          </p:cNvPr>
          <p:cNvPicPr>
            <a:picLocks noChangeAspect="1"/>
          </p:cNvPicPr>
          <p:nvPr/>
        </p:nvPicPr>
        <p:blipFill>
          <a:blip r:embed="rId2"/>
          <a:stretch>
            <a:fillRect/>
          </a:stretch>
        </p:blipFill>
        <p:spPr>
          <a:xfrm>
            <a:off x="1691334" y="2626811"/>
            <a:ext cx="6792273" cy="1819529"/>
          </a:xfrm>
          <a:prstGeom prst="rect">
            <a:avLst/>
          </a:prstGeom>
        </p:spPr>
      </p:pic>
    </p:spTree>
    <p:extLst>
      <p:ext uri="{BB962C8B-B14F-4D97-AF65-F5344CB8AC3E}">
        <p14:creationId xmlns:p14="http://schemas.microsoft.com/office/powerpoint/2010/main" val="2932536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6547FD4-FB67-B517-C09D-D517FE1521E0}"/>
              </a:ext>
            </a:extLst>
          </p:cNvPr>
          <p:cNvSpPr>
            <a:spLocks noGrp="1"/>
          </p:cNvSpPr>
          <p:nvPr>
            <p:ph idx="1"/>
          </p:nvPr>
        </p:nvSpPr>
        <p:spPr/>
        <p:txBody>
          <a:bodyPr>
            <a:normAutofit lnSpcReduction="10000"/>
          </a:bodyPr>
          <a:lstStyle/>
          <a:p>
            <a:pPr lvl="1"/>
            <a:r>
              <a:rPr lang="en-US" dirty="0"/>
              <a:t>stops recursing once it reaches the maximum depth (defined by the </a:t>
            </a:r>
            <a:r>
              <a:rPr lang="en-US" dirty="0" err="1"/>
              <a:t>max_depth</a:t>
            </a:r>
            <a:r>
              <a:rPr lang="en-US" dirty="0"/>
              <a:t> hyperparameter), or if it cannot find a split that will reduce impurity. </a:t>
            </a:r>
          </a:p>
          <a:p>
            <a:pPr lvl="1"/>
            <a:r>
              <a:rPr lang="en-US" dirty="0"/>
              <a:t>the CART algorithm is a greedy algorithm</a:t>
            </a:r>
          </a:p>
          <a:p>
            <a:pPr lvl="1"/>
            <a:r>
              <a:rPr lang="en-US" dirty="0"/>
              <a:t> finding the optimal tree is known to be an NP-complete problem.</a:t>
            </a:r>
          </a:p>
          <a:p>
            <a:pPr lvl="1"/>
            <a:r>
              <a:rPr lang="en-US" dirty="0"/>
              <a:t>It requires O(exp(m)) time, making the problem intractable even for small training sets. </a:t>
            </a:r>
          </a:p>
          <a:p>
            <a:r>
              <a:rPr lang="en-US" dirty="0"/>
              <a:t>Computational Complexity</a:t>
            </a:r>
          </a:p>
          <a:p>
            <a:pPr lvl="1"/>
            <a:r>
              <a:rPr lang="en-US" dirty="0"/>
              <a:t>Decision trees generally are approximately balanced</a:t>
            </a:r>
          </a:p>
          <a:p>
            <a:pPr lvl="1"/>
            <a:r>
              <a:rPr lang="en-US" dirty="0"/>
              <a:t>traversing the decision </a:t>
            </a:r>
            <a:r>
              <a:rPr lang="en-US" dirty="0" err="1"/>
              <a:t>tree,O</a:t>
            </a:r>
            <a:r>
              <a:rPr lang="en-US" dirty="0"/>
              <a:t>(log2(m)) nodes</a:t>
            </a:r>
          </a:p>
          <a:p>
            <a:pPr lvl="2"/>
            <a:r>
              <a:rPr lang="en-US" dirty="0"/>
              <a:t>P is the set of problems that can be solved in polynomial time (i.e., a polynomial of the dataset size). NP is</a:t>
            </a:r>
          </a:p>
          <a:p>
            <a:pPr lvl="3"/>
            <a:r>
              <a:rPr lang="en-US" dirty="0"/>
              <a:t>the set of problems whose solutions can be verified in polynomial time. An NP-hard problem is a problem</a:t>
            </a:r>
          </a:p>
          <a:p>
            <a:pPr lvl="3"/>
            <a:r>
              <a:rPr lang="en-US" dirty="0"/>
              <a:t>that can be reduced to a known NP-hard problem in polynomial time. An NP-complete problem is both NP</a:t>
            </a:r>
          </a:p>
          <a:p>
            <a:pPr lvl="3"/>
            <a:r>
              <a:rPr lang="en-US" dirty="0"/>
              <a:t>and NP-hard. A major open mathematical question is whether or not P = NP. If P ≠ NP (which seems likely),</a:t>
            </a:r>
          </a:p>
          <a:p>
            <a:pPr lvl="3"/>
            <a:r>
              <a:rPr lang="en-US" dirty="0"/>
              <a:t>then no polynomial algorithm will ever be found for any NP-complete problem (except perhaps one day on a</a:t>
            </a:r>
          </a:p>
          <a:p>
            <a:pPr lvl="3"/>
            <a:r>
              <a:rPr lang="en-US" dirty="0"/>
              <a:t>quantum computer).</a:t>
            </a:r>
          </a:p>
        </p:txBody>
      </p:sp>
      <p:sp>
        <p:nvSpPr>
          <p:cNvPr id="3" name="Date Placeholder 2">
            <a:extLst>
              <a:ext uri="{FF2B5EF4-FFF2-40B4-BE49-F238E27FC236}">
                <a16:creationId xmlns:a16="http://schemas.microsoft.com/office/drawing/2014/main" id="{7B0EE991-25B9-5F17-2C32-F75BB7F19403}"/>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88B165E9-EA40-15F0-00F6-8340BE84DAE8}"/>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EC3D5F66-6BE7-F889-7C18-E0E2DF6553EC}"/>
              </a:ext>
            </a:extLst>
          </p:cNvPr>
          <p:cNvSpPr>
            <a:spLocks noGrp="1"/>
          </p:cNvSpPr>
          <p:nvPr>
            <p:ph type="sldNum" sz="quarter" idx="12"/>
          </p:nvPr>
        </p:nvSpPr>
        <p:spPr/>
        <p:txBody>
          <a:bodyPr/>
          <a:lstStyle/>
          <a:p>
            <a:fld id="{FFE5CEB7-2A15-4D32-876E-AD9AEE3F0429}" type="slidenum">
              <a:rPr lang="en-US" smtClean="0"/>
              <a:t>44</a:t>
            </a:fld>
            <a:endParaRPr lang="en-US"/>
          </a:p>
        </p:txBody>
      </p:sp>
    </p:spTree>
    <p:extLst>
      <p:ext uri="{BB962C8B-B14F-4D97-AF65-F5344CB8AC3E}">
        <p14:creationId xmlns:p14="http://schemas.microsoft.com/office/powerpoint/2010/main" val="23896485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52C9346-9A2E-557C-2033-1E2EB3B979F9}"/>
              </a:ext>
            </a:extLst>
          </p:cNvPr>
          <p:cNvSpPr>
            <a:spLocks noGrp="1"/>
          </p:cNvSpPr>
          <p:nvPr>
            <p:ph idx="1"/>
          </p:nvPr>
        </p:nvSpPr>
        <p:spPr/>
        <p:txBody>
          <a:bodyPr/>
          <a:lstStyle/>
          <a:p>
            <a:pPr lvl="1"/>
            <a:r>
              <a:rPr lang="en-US" dirty="0"/>
              <a:t>since each node only requires checking the</a:t>
            </a:r>
          </a:p>
          <a:p>
            <a:pPr lvl="2"/>
            <a:r>
              <a:rPr lang="en-US" dirty="0"/>
              <a:t>value of one feature, the overall prediction complexity is O(log2(m)), independent of</a:t>
            </a:r>
          </a:p>
          <a:p>
            <a:pPr lvl="2"/>
            <a:r>
              <a:rPr lang="en-US" dirty="0"/>
              <a:t>the number of features. So predictions are very fast, even when dealing with large</a:t>
            </a:r>
          </a:p>
          <a:p>
            <a:pPr lvl="2"/>
            <a:r>
              <a:rPr lang="en-US" dirty="0"/>
              <a:t>training sets.</a:t>
            </a:r>
          </a:p>
          <a:p>
            <a:pPr lvl="1"/>
            <a:r>
              <a:rPr lang="en-US" dirty="0"/>
              <a:t>The training algorithm compares all features (or less if </a:t>
            </a:r>
            <a:r>
              <a:rPr lang="en-US" dirty="0" err="1"/>
              <a:t>max_features</a:t>
            </a:r>
            <a:r>
              <a:rPr lang="en-US" dirty="0"/>
              <a:t> is set) on all</a:t>
            </a:r>
          </a:p>
          <a:p>
            <a:pPr lvl="2"/>
            <a:r>
              <a:rPr lang="en-US" dirty="0"/>
              <a:t>samples at each node. Comparing all features on all samples at each node results in a</a:t>
            </a:r>
          </a:p>
          <a:p>
            <a:pPr lvl="2"/>
            <a:r>
              <a:rPr lang="en-US" dirty="0"/>
              <a:t>training complexity of O(n × m log2(m))</a:t>
            </a:r>
          </a:p>
          <a:p>
            <a:r>
              <a:rPr lang="en-US" dirty="0"/>
              <a:t>Gini Impurity or Entropy</a:t>
            </a:r>
          </a:p>
          <a:p>
            <a:pPr lvl="1"/>
            <a:r>
              <a:rPr lang="en-US" dirty="0"/>
              <a:t>you can select the entropy impurity measure instead by setting the criterion hyper‐parameter to "entropy".</a:t>
            </a:r>
          </a:p>
          <a:p>
            <a:pPr lvl="1"/>
            <a:r>
              <a:rPr lang="en-US" dirty="0"/>
              <a:t>The concept of entropy</a:t>
            </a:r>
          </a:p>
          <a:p>
            <a:pPr lvl="2"/>
            <a:r>
              <a:rPr lang="en-US" dirty="0"/>
              <a:t>measure of disorder</a:t>
            </a:r>
          </a:p>
          <a:p>
            <a:pPr lvl="2"/>
            <a:r>
              <a:rPr lang="en-US" dirty="0"/>
              <a:t>a mathematical measure of randomness, uncertainty, or impurity in a dataset</a:t>
            </a:r>
          </a:p>
          <a:p>
            <a:pPr lvl="1"/>
            <a:r>
              <a:rPr lang="en-US" dirty="0"/>
              <a:t>In machine learning, entropy is frequently used as an impurity measure: </a:t>
            </a:r>
          </a:p>
          <a:p>
            <a:pPr lvl="2"/>
            <a:r>
              <a:rPr lang="en-US" dirty="0"/>
              <a:t>a set’s entropy is zero when </a:t>
            </a:r>
          </a:p>
          <a:p>
            <a:pPr lvl="2"/>
            <a:r>
              <a:rPr lang="en-US" dirty="0"/>
              <a:t>it contains instances of only one class.</a:t>
            </a:r>
          </a:p>
        </p:txBody>
      </p:sp>
      <p:sp>
        <p:nvSpPr>
          <p:cNvPr id="3" name="Date Placeholder 2">
            <a:extLst>
              <a:ext uri="{FF2B5EF4-FFF2-40B4-BE49-F238E27FC236}">
                <a16:creationId xmlns:a16="http://schemas.microsoft.com/office/drawing/2014/main" id="{756B960A-EFBA-7EC6-436D-50BF2F65DC73}"/>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9584AFCF-9863-DED7-A5DC-FF0CCCE592AB}"/>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C4285232-EE50-FE48-B847-2B2476357CE0}"/>
              </a:ext>
            </a:extLst>
          </p:cNvPr>
          <p:cNvSpPr>
            <a:spLocks noGrp="1"/>
          </p:cNvSpPr>
          <p:nvPr>
            <p:ph type="sldNum" sz="quarter" idx="12"/>
          </p:nvPr>
        </p:nvSpPr>
        <p:spPr/>
        <p:txBody>
          <a:bodyPr/>
          <a:lstStyle/>
          <a:p>
            <a:fld id="{FFE5CEB7-2A15-4D32-876E-AD9AEE3F0429}" type="slidenum">
              <a:rPr lang="en-US" smtClean="0"/>
              <a:t>45</a:t>
            </a:fld>
            <a:endParaRPr lang="en-US"/>
          </a:p>
        </p:txBody>
      </p:sp>
      <p:pic>
        <p:nvPicPr>
          <p:cNvPr id="7" name="Picture 6">
            <a:extLst>
              <a:ext uri="{FF2B5EF4-FFF2-40B4-BE49-F238E27FC236}">
                <a16:creationId xmlns:a16="http://schemas.microsoft.com/office/drawing/2014/main" id="{C4735351-4427-D95F-6BD2-28D8AA877F8F}"/>
              </a:ext>
            </a:extLst>
          </p:cNvPr>
          <p:cNvPicPr>
            <a:picLocks noChangeAspect="1"/>
          </p:cNvPicPr>
          <p:nvPr/>
        </p:nvPicPr>
        <p:blipFill>
          <a:blip r:embed="rId2"/>
          <a:stretch>
            <a:fillRect/>
          </a:stretch>
        </p:blipFill>
        <p:spPr>
          <a:xfrm>
            <a:off x="6620942" y="4818655"/>
            <a:ext cx="4401164" cy="1448002"/>
          </a:xfrm>
          <a:prstGeom prst="rect">
            <a:avLst/>
          </a:prstGeom>
        </p:spPr>
      </p:pic>
    </p:spTree>
    <p:extLst>
      <p:ext uri="{BB962C8B-B14F-4D97-AF65-F5344CB8AC3E}">
        <p14:creationId xmlns:p14="http://schemas.microsoft.com/office/powerpoint/2010/main" val="5576159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5175DF-0242-D6B6-16CC-0997372BE549}"/>
              </a:ext>
            </a:extLst>
          </p:cNvPr>
          <p:cNvSpPr>
            <a:spLocks noGrp="1"/>
          </p:cNvSpPr>
          <p:nvPr>
            <p:ph idx="1"/>
          </p:nvPr>
        </p:nvSpPr>
        <p:spPr/>
        <p:txBody>
          <a:bodyPr/>
          <a:lstStyle/>
          <a:p>
            <a:r>
              <a:rPr lang="en-US" b="1" dirty="0"/>
              <a:t>High Entropy:</a:t>
            </a:r>
            <a:r>
              <a:rPr lang="en-US" dirty="0"/>
              <a:t> The data is completely mixed and unpredictable. For example, a bag with 50 red balls and 50 blue balls has high entropy because you cannot guess the color of a randomly picked ball.</a:t>
            </a:r>
          </a:p>
          <a:p>
            <a:r>
              <a:rPr lang="en-US" b="1" dirty="0"/>
              <a:t>Low Entropy:</a:t>
            </a:r>
            <a:r>
              <a:rPr lang="en-US" dirty="0"/>
              <a:t> The data is clean, orderly, and predictable. For example, a bag with 99 red balls and 1 blue ball has low entropy because you can safely guess the color will be red.</a:t>
            </a:r>
          </a:p>
        </p:txBody>
      </p:sp>
      <p:sp>
        <p:nvSpPr>
          <p:cNvPr id="3" name="Date Placeholder 2">
            <a:extLst>
              <a:ext uri="{FF2B5EF4-FFF2-40B4-BE49-F238E27FC236}">
                <a16:creationId xmlns:a16="http://schemas.microsoft.com/office/drawing/2014/main" id="{42FED2D2-4C30-3A14-DD91-28ECBE75DCAB}"/>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4E9DE04A-23E9-1330-8D30-63F15B525E80}"/>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8407D853-BD05-1B16-79AA-64226272B73D}"/>
              </a:ext>
            </a:extLst>
          </p:cNvPr>
          <p:cNvSpPr>
            <a:spLocks noGrp="1"/>
          </p:cNvSpPr>
          <p:nvPr>
            <p:ph type="sldNum" sz="quarter" idx="12"/>
          </p:nvPr>
        </p:nvSpPr>
        <p:spPr/>
        <p:txBody>
          <a:bodyPr/>
          <a:lstStyle/>
          <a:p>
            <a:fld id="{FFE5CEB7-2A15-4D32-876E-AD9AEE3F0429}" type="slidenum">
              <a:rPr lang="en-US" smtClean="0"/>
              <a:t>46</a:t>
            </a:fld>
            <a:endParaRPr lang="en-US"/>
          </a:p>
        </p:txBody>
      </p:sp>
    </p:spTree>
    <p:extLst>
      <p:ext uri="{BB962C8B-B14F-4D97-AF65-F5344CB8AC3E}">
        <p14:creationId xmlns:p14="http://schemas.microsoft.com/office/powerpoint/2010/main" val="4420686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EF05BB9-84A3-6F65-61FB-025692F4D2FB}"/>
              </a:ext>
            </a:extLst>
          </p:cNvPr>
          <p:cNvSpPr>
            <a:spLocks noGrp="1"/>
          </p:cNvSpPr>
          <p:nvPr>
            <p:ph idx="1"/>
          </p:nvPr>
        </p:nvSpPr>
        <p:spPr/>
        <p:txBody>
          <a:bodyPr>
            <a:normAutofit lnSpcReduction="10000"/>
          </a:bodyPr>
          <a:lstStyle/>
          <a:p>
            <a:r>
              <a:rPr lang="en-US" dirty="0"/>
              <a:t>Gini impurity is slightly faster to</a:t>
            </a:r>
          </a:p>
          <a:p>
            <a:pPr lvl="1"/>
            <a:r>
              <a:rPr lang="en-US" dirty="0"/>
              <a:t>compute, so it is a good default.</a:t>
            </a:r>
          </a:p>
          <a:p>
            <a:r>
              <a:rPr lang="en-US" dirty="0"/>
              <a:t>Gini impurity tends to</a:t>
            </a:r>
          </a:p>
          <a:p>
            <a:pPr lvl="1"/>
            <a:r>
              <a:rPr lang="en-US" dirty="0"/>
              <a:t>isolate the most frequent class in its own branch of the tree, while entropy tends to</a:t>
            </a:r>
          </a:p>
          <a:p>
            <a:pPr lvl="2"/>
            <a:r>
              <a:rPr lang="en-US" dirty="0"/>
              <a:t>produce slightly more balanced trees.</a:t>
            </a:r>
          </a:p>
          <a:p>
            <a:r>
              <a:rPr lang="en-US" dirty="0"/>
              <a:t>Regularization Hyperparameters</a:t>
            </a:r>
          </a:p>
          <a:p>
            <a:pPr lvl="1"/>
            <a:r>
              <a:rPr lang="en-US" dirty="0"/>
              <a:t>Decision trees make very few assumptions about the training data (as opposed to linear models, which assume that the data is linear, for example). </a:t>
            </a:r>
          </a:p>
          <a:p>
            <a:pPr lvl="1"/>
            <a:r>
              <a:rPr lang="en-US" dirty="0" err="1"/>
              <a:t>If,Left,Unconstrained</a:t>
            </a:r>
            <a:endParaRPr lang="en-US" dirty="0"/>
          </a:p>
          <a:p>
            <a:pPr lvl="1"/>
            <a:r>
              <a:rPr lang="en-US" dirty="0"/>
              <a:t>Overfitting</a:t>
            </a:r>
          </a:p>
          <a:p>
            <a:pPr lvl="2"/>
            <a:r>
              <a:rPr lang="en-US" dirty="0" err="1"/>
              <a:t>And,noisy</a:t>
            </a:r>
            <a:r>
              <a:rPr lang="en-US" dirty="0"/>
              <a:t> data</a:t>
            </a:r>
          </a:p>
          <a:p>
            <a:pPr lvl="1"/>
            <a:r>
              <a:rPr lang="en-US" dirty="0"/>
              <a:t>nonparametric model,</a:t>
            </a:r>
          </a:p>
          <a:p>
            <a:pPr lvl="1"/>
            <a:r>
              <a:rPr lang="en-US" dirty="0"/>
              <a:t>parametric model</a:t>
            </a:r>
          </a:p>
          <a:p>
            <a:pPr lvl="1"/>
            <a:r>
              <a:rPr lang="en-US" dirty="0"/>
              <a:t>degree of freedom </a:t>
            </a:r>
          </a:p>
          <a:p>
            <a:pPr lvl="2"/>
            <a:r>
              <a:rPr lang="en-US" dirty="0"/>
              <a:t>limited, unlimited</a:t>
            </a:r>
          </a:p>
          <a:p>
            <a:pPr lvl="1"/>
            <a:endParaRPr lang="en-US" dirty="0"/>
          </a:p>
          <a:p>
            <a:pPr lvl="1"/>
            <a:endParaRPr lang="en-US" dirty="0"/>
          </a:p>
        </p:txBody>
      </p:sp>
      <p:sp>
        <p:nvSpPr>
          <p:cNvPr id="3" name="Date Placeholder 2">
            <a:extLst>
              <a:ext uri="{FF2B5EF4-FFF2-40B4-BE49-F238E27FC236}">
                <a16:creationId xmlns:a16="http://schemas.microsoft.com/office/drawing/2014/main" id="{7ABCC28D-FBAE-DBE0-ADCB-E71EE076E68F}"/>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0E468F1C-6748-100A-47F8-CBB5730399FC}"/>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F4DB112B-FF1E-6CDF-0258-DA26015DBB49}"/>
              </a:ext>
            </a:extLst>
          </p:cNvPr>
          <p:cNvSpPr>
            <a:spLocks noGrp="1"/>
          </p:cNvSpPr>
          <p:nvPr>
            <p:ph type="sldNum" sz="quarter" idx="12"/>
          </p:nvPr>
        </p:nvSpPr>
        <p:spPr/>
        <p:txBody>
          <a:bodyPr/>
          <a:lstStyle/>
          <a:p>
            <a:fld id="{FFE5CEB7-2A15-4D32-876E-AD9AEE3F0429}" type="slidenum">
              <a:rPr lang="en-US" smtClean="0"/>
              <a:t>47</a:t>
            </a:fld>
            <a:endParaRPr lang="en-US"/>
          </a:p>
        </p:txBody>
      </p:sp>
    </p:spTree>
    <p:extLst>
      <p:ext uri="{BB962C8B-B14F-4D97-AF65-F5344CB8AC3E}">
        <p14:creationId xmlns:p14="http://schemas.microsoft.com/office/powerpoint/2010/main" val="31266143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E9B2D3-14B6-D347-DAAB-4D42A9B8BFF8}"/>
              </a:ext>
            </a:extLst>
          </p:cNvPr>
          <p:cNvSpPr>
            <a:spLocks noGrp="1"/>
          </p:cNvSpPr>
          <p:nvPr>
            <p:ph idx="1"/>
          </p:nvPr>
        </p:nvSpPr>
        <p:spPr/>
        <p:txBody>
          <a:bodyPr/>
          <a:lstStyle/>
          <a:p>
            <a:r>
              <a:rPr lang="en-US" dirty="0"/>
              <a:t>To avoid overfitting </a:t>
            </a:r>
          </a:p>
          <a:p>
            <a:pPr lvl="1"/>
            <a:r>
              <a:rPr lang="en-US" dirty="0"/>
              <a:t>the training data, you need to restrict the decision tree’s freedom</a:t>
            </a:r>
          </a:p>
          <a:p>
            <a:pPr lvl="2"/>
            <a:r>
              <a:rPr lang="en-US" dirty="0"/>
              <a:t>during training. </a:t>
            </a:r>
          </a:p>
          <a:p>
            <a:pPr lvl="2"/>
            <a:r>
              <a:rPr lang="en-US" dirty="0"/>
              <a:t>Called regularization.</a:t>
            </a:r>
          </a:p>
          <a:p>
            <a:pPr lvl="1"/>
            <a:r>
              <a:rPr lang="en-US" dirty="0" err="1"/>
              <a:t>DecisionTreeClassifier</a:t>
            </a:r>
            <a:endParaRPr lang="en-US" dirty="0"/>
          </a:p>
          <a:p>
            <a:pPr lvl="2"/>
            <a:r>
              <a:rPr lang="en-US" dirty="0" err="1"/>
              <a:t>max_features</a:t>
            </a:r>
            <a:endParaRPr lang="en-US" dirty="0"/>
          </a:p>
          <a:p>
            <a:pPr lvl="2"/>
            <a:r>
              <a:rPr lang="en-US" dirty="0" err="1"/>
              <a:t>max_leaf_nodes</a:t>
            </a:r>
            <a:endParaRPr lang="en-US" dirty="0"/>
          </a:p>
          <a:p>
            <a:pPr lvl="2"/>
            <a:r>
              <a:rPr lang="en-US" dirty="0" err="1"/>
              <a:t>min_samples_split</a:t>
            </a:r>
            <a:endParaRPr lang="en-US" dirty="0"/>
          </a:p>
          <a:p>
            <a:pPr lvl="2"/>
            <a:r>
              <a:rPr lang="en-US" dirty="0" err="1"/>
              <a:t>min_samples_leaf</a:t>
            </a:r>
            <a:endParaRPr lang="en-US" dirty="0"/>
          </a:p>
          <a:p>
            <a:pPr lvl="2"/>
            <a:r>
              <a:rPr lang="en-US" dirty="0" err="1"/>
              <a:t>min_weight_fraction_leaf</a:t>
            </a:r>
            <a:endParaRPr lang="en-US" dirty="0"/>
          </a:p>
        </p:txBody>
      </p:sp>
      <p:sp>
        <p:nvSpPr>
          <p:cNvPr id="3" name="Date Placeholder 2">
            <a:extLst>
              <a:ext uri="{FF2B5EF4-FFF2-40B4-BE49-F238E27FC236}">
                <a16:creationId xmlns:a16="http://schemas.microsoft.com/office/drawing/2014/main" id="{22176327-BE92-BEDB-771D-937A62911139}"/>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395E341C-61F1-D597-EAFB-DFAA0F277436}"/>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C151F6D6-6C72-5CD2-3526-1800A24664FE}"/>
              </a:ext>
            </a:extLst>
          </p:cNvPr>
          <p:cNvSpPr>
            <a:spLocks noGrp="1"/>
          </p:cNvSpPr>
          <p:nvPr>
            <p:ph type="sldNum" sz="quarter" idx="12"/>
          </p:nvPr>
        </p:nvSpPr>
        <p:spPr/>
        <p:txBody>
          <a:bodyPr/>
          <a:lstStyle/>
          <a:p>
            <a:fld id="{FFE5CEB7-2A15-4D32-876E-AD9AEE3F0429}" type="slidenum">
              <a:rPr lang="en-US" smtClean="0"/>
              <a:t>48</a:t>
            </a:fld>
            <a:endParaRPr lang="en-US"/>
          </a:p>
        </p:txBody>
      </p:sp>
    </p:spTree>
    <p:extLst>
      <p:ext uri="{BB962C8B-B14F-4D97-AF65-F5344CB8AC3E}">
        <p14:creationId xmlns:p14="http://schemas.microsoft.com/office/powerpoint/2010/main" val="39812320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EFA7E44-3AF1-A005-8A0E-ECE971EB5459}"/>
              </a:ext>
            </a:extLst>
          </p:cNvPr>
          <p:cNvSpPr>
            <a:spLocks noGrp="1"/>
          </p:cNvSpPr>
          <p:nvPr>
            <p:ph idx="1"/>
          </p:nvPr>
        </p:nvSpPr>
        <p:spPr/>
        <p:txBody>
          <a:bodyPr/>
          <a:lstStyle/>
          <a:p>
            <a:r>
              <a:rPr lang="en-US" dirty="0"/>
              <a:t>Pruning</a:t>
            </a:r>
          </a:p>
          <a:p>
            <a:pPr lvl="1"/>
            <a:r>
              <a:rPr lang="en-US" dirty="0"/>
              <a:t>Other algorithms work by first training the decision tree without</a:t>
            </a:r>
          </a:p>
          <a:p>
            <a:pPr lvl="2"/>
            <a:r>
              <a:rPr lang="en-US" dirty="0"/>
              <a:t>restrictions, then pruning (deleting) unnecessary nodes.</a:t>
            </a:r>
          </a:p>
          <a:p>
            <a:pPr lvl="2"/>
            <a:r>
              <a:rPr lang="en-US" dirty="0"/>
              <a:t>A node</a:t>
            </a:r>
          </a:p>
          <a:p>
            <a:pPr lvl="3"/>
            <a:r>
              <a:rPr lang="en-US" dirty="0"/>
              <a:t>whose children are all leaf nodes is considered unnecessary if</a:t>
            </a:r>
          </a:p>
          <a:p>
            <a:pPr lvl="3"/>
            <a:r>
              <a:rPr lang="en-US" dirty="0"/>
              <a:t>the purity improvement it provides is not statistically significant.</a:t>
            </a:r>
          </a:p>
          <a:p>
            <a:pPr lvl="3"/>
            <a:r>
              <a:rPr lang="en-US" dirty="0"/>
              <a:t>Standard statistical tests, such as the χ2 test (chi-squared test), are</a:t>
            </a:r>
          </a:p>
          <a:p>
            <a:pPr lvl="3"/>
            <a:r>
              <a:rPr lang="en-US" dirty="0"/>
              <a:t>used to estimate the probability that the improvement is purely</a:t>
            </a:r>
          </a:p>
          <a:p>
            <a:pPr lvl="3"/>
            <a:r>
              <a:rPr lang="en-US" dirty="0"/>
              <a:t>the result of chance (which is called the null hypothesis). If this</a:t>
            </a:r>
          </a:p>
          <a:p>
            <a:pPr lvl="3"/>
            <a:r>
              <a:rPr lang="en-US" dirty="0"/>
              <a:t>probability, called the p-value, is higher than a given threshold</a:t>
            </a:r>
          </a:p>
          <a:p>
            <a:pPr lvl="3"/>
            <a:r>
              <a:rPr lang="en-US" dirty="0"/>
              <a:t>(typically 5%, controlled by a hyperparameter), then the node is</a:t>
            </a:r>
          </a:p>
          <a:p>
            <a:pPr lvl="3"/>
            <a:r>
              <a:rPr lang="en-US" dirty="0"/>
              <a:t>considered unnecessary and its children are deleted. The pruning</a:t>
            </a:r>
          </a:p>
          <a:p>
            <a:pPr lvl="3"/>
            <a:r>
              <a:rPr lang="en-US" dirty="0"/>
              <a:t>continues until all unnecessary nodes have been pruned.</a:t>
            </a:r>
          </a:p>
        </p:txBody>
      </p:sp>
      <p:sp>
        <p:nvSpPr>
          <p:cNvPr id="3" name="Date Placeholder 2">
            <a:extLst>
              <a:ext uri="{FF2B5EF4-FFF2-40B4-BE49-F238E27FC236}">
                <a16:creationId xmlns:a16="http://schemas.microsoft.com/office/drawing/2014/main" id="{6752C74D-260C-3F3C-5A2B-5C23A3EE7BF2}"/>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BB733486-2AFF-FD23-640A-7522C2D1062C}"/>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AF536ADA-4409-55DF-9F4B-11E23967CC18}"/>
              </a:ext>
            </a:extLst>
          </p:cNvPr>
          <p:cNvSpPr>
            <a:spLocks noGrp="1"/>
          </p:cNvSpPr>
          <p:nvPr>
            <p:ph type="sldNum" sz="quarter" idx="12"/>
          </p:nvPr>
        </p:nvSpPr>
        <p:spPr/>
        <p:txBody>
          <a:bodyPr/>
          <a:lstStyle/>
          <a:p>
            <a:fld id="{FFE5CEB7-2A15-4D32-876E-AD9AEE3F0429}" type="slidenum">
              <a:rPr lang="en-US" smtClean="0"/>
              <a:t>49</a:t>
            </a:fld>
            <a:endParaRPr lang="en-US"/>
          </a:p>
        </p:txBody>
      </p:sp>
    </p:spTree>
    <p:extLst>
      <p:ext uri="{BB962C8B-B14F-4D97-AF65-F5344CB8AC3E}">
        <p14:creationId xmlns:p14="http://schemas.microsoft.com/office/powerpoint/2010/main" val="15059552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638D2C04-72F7-A361-439E-7A0BF398C884}"/>
              </a:ext>
            </a:extLst>
          </p:cNvPr>
          <p:cNvPicPr>
            <a:picLocks noGrp="1" noChangeAspect="1"/>
          </p:cNvPicPr>
          <p:nvPr>
            <p:ph idx="1"/>
          </p:nvPr>
        </p:nvPicPr>
        <p:blipFill>
          <a:blip r:embed="rId2"/>
          <a:stretch>
            <a:fillRect/>
          </a:stretch>
        </p:blipFill>
        <p:spPr>
          <a:xfrm>
            <a:off x="1277471" y="63872"/>
            <a:ext cx="8148039" cy="6049219"/>
          </a:xfrm>
          <a:prstGeom prst="rect">
            <a:avLst/>
          </a:prstGeom>
        </p:spPr>
      </p:pic>
      <p:sp>
        <p:nvSpPr>
          <p:cNvPr id="3" name="Date Placeholder 2">
            <a:extLst>
              <a:ext uri="{FF2B5EF4-FFF2-40B4-BE49-F238E27FC236}">
                <a16:creationId xmlns:a16="http://schemas.microsoft.com/office/drawing/2014/main" id="{78B2C0DF-3B94-1EB9-9B58-3C88B8E99AC4}"/>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19C371AA-3F87-B391-ACD6-9D583B1A6E67}"/>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665782A1-73B8-DFCF-AE90-9D405863FC37}"/>
              </a:ext>
            </a:extLst>
          </p:cNvPr>
          <p:cNvSpPr>
            <a:spLocks noGrp="1"/>
          </p:cNvSpPr>
          <p:nvPr>
            <p:ph type="sldNum" sz="quarter" idx="12"/>
          </p:nvPr>
        </p:nvSpPr>
        <p:spPr/>
        <p:txBody>
          <a:bodyPr/>
          <a:lstStyle/>
          <a:p>
            <a:fld id="{FFE5CEB7-2A15-4D32-876E-AD9AEE3F0429}" type="slidenum">
              <a:rPr lang="en-US" smtClean="0"/>
              <a:t>50</a:t>
            </a:fld>
            <a:endParaRPr lang="en-US"/>
          </a:p>
        </p:txBody>
      </p:sp>
    </p:spTree>
    <p:extLst>
      <p:ext uri="{BB962C8B-B14F-4D97-AF65-F5344CB8AC3E}">
        <p14:creationId xmlns:p14="http://schemas.microsoft.com/office/powerpoint/2010/main" val="28963107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7A93EF7-FE66-A6C9-3516-0893A1CE6721}"/>
              </a:ext>
            </a:extLst>
          </p:cNvPr>
          <p:cNvSpPr>
            <a:spLocks noGrp="1"/>
          </p:cNvSpPr>
          <p:nvPr>
            <p:ph idx="1"/>
          </p:nvPr>
        </p:nvSpPr>
        <p:spPr/>
        <p:txBody>
          <a:bodyPr/>
          <a:lstStyle/>
          <a:p>
            <a:r>
              <a:rPr lang="en-US" dirty="0"/>
              <a:t>Regression</a:t>
            </a:r>
          </a:p>
          <a:p>
            <a:endParaRPr lang="en-US" dirty="0"/>
          </a:p>
        </p:txBody>
      </p:sp>
      <p:sp>
        <p:nvSpPr>
          <p:cNvPr id="3" name="Date Placeholder 2">
            <a:extLst>
              <a:ext uri="{FF2B5EF4-FFF2-40B4-BE49-F238E27FC236}">
                <a16:creationId xmlns:a16="http://schemas.microsoft.com/office/drawing/2014/main" id="{E21AE593-E326-230C-A138-33D2FD0C874F}"/>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C2C889D0-21DD-D515-81F3-E9FE12B69F36}"/>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F900ECD7-BBF4-679D-CF74-E8E3E400DBA1}"/>
              </a:ext>
            </a:extLst>
          </p:cNvPr>
          <p:cNvSpPr>
            <a:spLocks noGrp="1"/>
          </p:cNvSpPr>
          <p:nvPr>
            <p:ph type="sldNum" sz="quarter" idx="12"/>
          </p:nvPr>
        </p:nvSpPr>
        <p:spPr/>
        <p:txBody>
          <a:bodyPr/>
          <a:lstStyle/>
          <a:p>
            <a:fld id="{FFE5CEB7-2A15-4D32-876E-AD9AEE3F0429}" type="slidenum">
              <a:rPr lang="en-US" smtClean="0"/>
              <a:t>51</a:t>
            </a:fld>
            <a:endParaRPr lang="en-US"/>
          </a:p>
        </p:txBody>
      </p:sp>
      <p:pic>
        <p:nvPicPr>
          <p:cNvPr id="7" name="Picture 6">
            <a:extLst>
              <a:ext uri="{FF2B5EF4-FFF2-40B4-BE49-F238E27FC236}">
                <a16:creationId xmlns:a16="http://schemas.microsoft.com/office/drawing/2014/main" id="{B7DE6350-CED0-5116-0664-4657BCDD7463}"/>
              </a:ext>
            </a:extLst>
          </p:cNvPr>
          <p:cNvPicPr>
            <a:picLocks noChangeAspect="1"/>
          </p:cNvPicPr>
          <p:nvPr/>
        </p:nvPicPr>
        <p:blipFill>
          <a:blip r:embed="rId2"/>
          <a:stretch>
            <a:fillRect/>
          </a:stretch>
        </p:blipFill>
        <p:spPr>
          <a:xfrm>
            <a:off x="2232213" y="613969"/>
            <a:ext cx="7440924" cy="5630061"/>
          </a:xfrm>
          <a:prstGeom prst="rect">
            <a:avLst/>
          </a:prstGeom>
        </p:spPr>
      </p:pic>
    </p:spTree>
    <p:extLst>
      <p:ext uri="{BB962C8B-B14F-4D97-AF65-F5344CB8AC3E}">
        <p14:creationId xmlns:p14="http://schemas.microsoft.com/office/powerpoint/2010/main" val="34360784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863B219-0691-BCCB-06C9-28222E296EAF}"/>
              </a:ext>
            </a:extLst>
          </p:cNvPr>
          <p:cNvSpPr>
            <a:spLocks noGrp="1"/>
          </p:cNvSpPr>
          <p:nvPr>
            <p:ph idx="1"/>
          </p:nvPr>
        </p:nvSpPr>
        <p:spPr/>
        <p:txBody>
          <a:bodyPr/>
          <a:lstStyle/>
          <a:p>
            <a:r>
              <a:rPr lang="en-US" dirty="0"/>
              <a:t>The CART algorithm</a:t>
            </a:r>
          </a:p>
          <a:p>
            <a:pPr lvl="1"/>
            <a:r>
              <a:rPr lang="en-US" dirty="0"/>
              <a:t>instead of trying to split</a:t>
            </a:r>
          </a:p>
          <a:p>
            <a:pPr lvl="1"/>
            <a:r>
              <a:rPr lang="en-US" dirty="0"/>
              <a:t>the training set in a way that minimizes impurity, it now tries to split the training</a:t>
            </a:r>
          </a:p>
          <a:p>
            <a:pPr lvl="1"/>
            <a:r>
              <a:rPr lang="en-US" dirty="0"/>
              <a:t>set in a way that minimizes the MSE</a:t>
            </a:r>
          </a:p>
        </p:txBody>
      </p:sp>
      <p:sp>
        <p:nvSpPr>
          <p:cNvPr id="3" name="Date Placeholder 2">
            <a:extLst>
              <a:ext uri="{FF2B5EF4-FFF2-40B4-BE49-F238E27FC236}">
                <a16:creationId xmlns:a16="http://schemas.microsoft.com/office/drawing/2014/main" id="{A3CB487B-013F-0B6E-C592-A61971CA8CC3}"/>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50397BE6-7F0F-60C0-8D73-95CE8AE90DC9}"/>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9588469B-45C0-6541-18A4-3DD51BAA301F}"/>
              </a:ext>
            </a:extLst>
          </p:cNvPr>
          <p:cNvSpPr>
            <a:spLocks noGrp="1"/>
          </p:cNvSpPr>
          <p:nvPr>
            <p:ph type="sldNum" sz="quarter" idx="12"/>
          </p:nvPr>
        </p:nvSpPr>
        <p:spPr/>
        <p:txBody>
          <a:bodyPr/>
          <a:lstStyle/>
          <a:p>
            <a:fld id="{FFE5CEB7-2A15-4D32-876E-AD9AEE3F0429}" type="slidenum">
              <a:rPr lang="en-US" smtClean="0"/>
              <a:t>52</a:t>
            </a:fld>
            <a:endParaRPr lang="en-US"/>
          </a:p>
        </p:txBody>
      </p:sp>
      <p:pic>
        <p:nvPicPr>
          <p:cNvPr id="7" name="Picture 6">
            <a:extLst>
              <a:ext uri="{FF2B5EF4-FFF2-40B4-BE49-F238E27FC236}">
                <a16:creationId xmlns:a16="http://schemas.microsoft.com/office/drawing/2014/main" id="{ACB216AA-C097-2792-287C-91821BC0CB0B}"/>
              </a:ext>
            </a:extLst>
          </p:cNvPr>
          <p:cNvPicPr>
            <a:picLocks noChangeAspect="1"/>
          </p:cNvPicPr>
          <p:nvPr/>
        </p:nvPicPr>
        <p:blipFill>
          <a:blip r:embed="rId2"/>
          <a:stretch>
            <a:fillRect/>
          </a:stretch>
        </p:blipFill>
        <p:spPr>
          <a:xfrm>
            <a:off x="570341" y="2084295"/>
            <a:ext cx="8931322" cy="2173496"/>
          </a:xfrm>
          <a:prstGeom prst="rect">
            <a:avLst/>
          </a:prstGeom>
        </p:spPr>
      </p:pic>
    </p:spTree>
    <p:extLst>
      <p:ext uri="{BB962C8B-B14F-4D97-AF65-F5344CB8AC3E}">
        <p14:creationId xmlns:p14="http://schemas.microsoft.com/office/powerpoint/2010/main" val="27775749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33EB0D4-2135-3581-DF14-5311BDE04457}"/>
              </a:ext>
            </a:extLst>
          </p:cNvPr>
          <p:cNvSpPr>
            <a:spLocks noGrp="1"/>
          </p:cNvSpPr>
          <p:nvPr>
            <p:ph idx="1"/>
          </p:nvPr>
        </p:nvSpPr>
        <p:spPr/>
        <p:txBody>
          <a:bodyPr/>
          <a:lstStyle/>
          <a:p>
            <a:r>
              <a:rPr lang="en-US" dirty="0"/>
              <a:t>regularization</a:t>
            </a:r>
          </a:p>
        </p:txBody>
      </p:sp>
      <p:sp>
        <p:nvSpPr>
          <p:cNvPr id="3" name="Date Placeholder 2">
            <a:extLst>
              <a:ext uri="{FF2B5EF4-FFF2-40B4-BE49-F238E27FC236}">
                <a16:creationId xmlns:a16="http://schemas.microsoft.com/office/drawing/2014/main" id="{0C0C6E16-D964-8B11-B478-DD30C30C0E35}"/>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2BA073E6-1214-2DE0-B62C-2ED521853346}"/>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A5227E7F-D014-097F-2DCA-7BD68FF4AEE1}"/>
              </a:ext>
            </a:extLst>
          </p:cNvPr>
          <p:cNvSpPr>
            <a:spLocks noGrp="1"/>
          </p:cNvSpPr>
          <p:nvPr>
            <p:ph type="sldNum" sz="quarter" idx="12"/>
          </p:nvPr>
        </p:nvSpPr>
        <p:spPr/>
        <p:txBody>
          <a:bodyPr/>
          <a:lstStyle/>
          <a:p>
            <a:fld id="{FFE5CEB7-2A15-4D32-876E-AD9AEE3F0429}" type="slidenum">
              <a:rPr lang="en-US" smtClean="0"/>
              <a:t>53</a:t>
            </a:fld>
            <a:endParaRPr lang="en-US"/>
          </a:p>
        </p:txBody>
      </p:sp>
      <p:pic>
        <p:nvPicPr>
          <p:cNvPr id="7" name="Picture 6">
            <a:extLst>
              <a:ext uri="{FF2B5EF4-FFF2-40B4-BE49-F238E27FC236}">
                <a16:creationId xmlns:a16="http://schemas.microsoft.com/office/drawing/2014/main" id="{788A4853-6521-AB3A-0EAE-A97ABF977298}"/>
              </a:ext>
            </a:extLst>
          </p:cNvPr>
          <p:cNvPicPr>
            <a:picLocks noChangeAspect="1"/>
          </p:cNvPicPr>
          <p:nvPr/>
        </p:nvPicPr>
        <p:blipFill>
          <a:blip r:embed="rId2"/>
          <a:stretch>
            <a:fillRect/>
          </a:stretch>
        </p:blipFill>
        <p:spPr>
          <a:xfrm>
            <a:off x="1071241" y="1317811"/>
            <a:ext cx="10183947" cy="4278857"/>
          </a:xfrm>
          <a:prstGeom prst="rect">
            <a:avLst/>
          </a:prstGeom>
        </p:spPr>
      </p:pic>
    </p:spTree>
    <p:extLst>
      <p:ext uri="{BB962C8B-B14F-4D97-AF65-F5344CB8AC3E}">
        <p14:creationId xmlns:p14="http://schemas.microsoft.com/office/powerpoint/2010/main" val="4447531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31FB4D9-65CC-4634-4A16-D16747598FF3}"/>
              </a:ext>
            </a:extLst>
          </p:cNvPr>
          <p:cNvSpPr>
            <a:spLocks noGrp="1"/>
          </p:cNvSpPr>
          <p:nvPr>
            <p:ph idx="1"/>
          </p:nvPr>
        </p:nvSpPr>
        <p:spPr/>
        <p:txBody>
          <a:bodyPr/>
          <a:lstStyle/>
          <a:p>
            <a:r>
              <a:rPr lang="en-US" dirty="0"/>
              <a:t>Naive Bayes' Theorem</a:t>
            </a:r>
          </a:p>
          <a:p>
            <a:pPr lvl="1"/>
            <a:r>
              <a:rPr lang="en-US" dirty="0"/>
              <a:t>a supervised machine learning algorithm</a:t>
            </a:r>
          </a:p>
          <a:p>
            <a:pPr lvl="1"/>
            <a:r>
              <a:rPr lang="en-US" dirty="0"/>
              <a:t>used for classification tasks such as text classification</a:t>
            </a:r>
          </a:p>
          <a:p>
            <a:pPr lvl="1"/>
            <a:r>
              <a:rPr lang="en-US" dirty="0"/>
              <a:t>use principles of probability to perform classification tasks</a:t>
            </a:r>
          </a:p>
          <a:p>
            <a:pPr lvl="1"/>
            <a:r>
              <a:rPr lang="en-US" dirty="0"/>
              <a:t>part of a family of generative learning algorithms</a:t>
            </a:r>
          </a:p>
          <a:p>
            <a:pPr lvl="1"/>
            <a:r>
              <a:rPr lang="en-US" dirty="0"/>
              <a:t>also known as a probabilistic classifier</a:t>
            </a:r>
          </a:p>
          <a:p>
            <a:pPr lvl="1"/>
            <a:r>
              <a:rPr lang="en-US" dirty="0"/>
              <a:t>conditional probabilities</a:t>
            </a:r>
          </a:p>
          <a:p>
            <a:pPr lvl="1"/>
            <a:r>
              <a:rPr lang="en-US" dirty="0"/>
              <a:t>use of sequential events</a:t>
            </a:r>
          </a:p>
          <a:p>
            <a:pPr lvl="1"/>
            <a:r>
              <a:rPr lang="en-US" dirty="0"/>
              <a:t>additional information later acquired </a:t>
            </a:r>
          </a:p>
          <a:p>
            <a:pPr lvl="2"/>
            <a:r>
              <a:rPr lang="en-US" dirty="0"/>
              <a:t>impacts the initial probability</a:t>
            </a:r>
          </a:p>
          <a:p>
            <a:pPr lvl="1"/>
            <a:endParaRPr lang="en-US" dirty="0"/>
          </a:p>
          <a:p>
            <a:pPr lvl="1"/>
            <a:endParaRPr lang="en-US" dirty="0"/>
          </a:p>
          <a:p>
            <a:pPr lvl="1"/>
            <a:r>
              <a:rPr lang="en-US" dirty="0"/>
              <a:t>predictors in a Naïve Bayes model are </a:t>
            </a:r>
          </a:p>
          <a:p>
            <a:pPr lvl="2"/>
            <a:r>
              <a:rPr lang="en-US" dirty="0"/>
              <a:t>conditionally independent, or unrelated to any of the other feature in the model.</a:t>
            </a:r>
          </a:p>
          <a:p>
            <a:pPr lvl="1"/>
            <a:r>
              <a:rPr lang="en-US" dirty="0"/>
              <a:t>It also assumes that all features contribute equally to the outcome.</a:t>
            </a:r>
          </a:p>
        </p:txBody>
      </p:sp>
      <p:sp>
        <p:nvSpPr>
          <p:cNvPr id="3" name="Date Placeholder 2">
            <a:extLst>
              <a:ext uri="{FF2B5EF4-FFF2-40B4-BE49-F238E27FC236}">
                <a16:creationId xmlns:a16="http://schemas.microsoft.com/office/drawing/2014/main" id="{A31F1D6B-1DC5-E467-EC08-41DF3410FEAB}"/>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32F49E1A-14EA-76E5-D338-D4FD8F2C858D}"/>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3080FBB2-EB49-9197-3F50-ADDF85EF1F32}"/>
              </a:ext>
            </a:extLst>
          </p:cNvPr>
          <p:cNvSpPr>
            <a:spLocks noGrp="1"/>
          </p:cNvSpPr>
          <p:nvPr>
            <p:ph type="sldNum" sz="quarter" idx="12"/>
          </p:nvPr>
        </p:nvSpPr>
        <p:spPr/>
        <p:txBody>
          <a:bodyPr/>
          <a:lstStyle/>
          <a:p>
            <a:fld id="{FFE5CEB7-2A15-4D32-876E-AD9AEE3F0429}" type="slidenum">
              <a:rPr lang="en-US" smtClean="0"/>
              <a:t>54</a:t>
            </a:fld>
            <a:endParaRPr lang="en-US"/>
          </a:p>
        </p:txBody>
      </p:sp>
      <p:pic>
        <p:nvPicPr>
          <p:cNvPr id="7" name="Picture 6">
            <a:extLst>
              <a:ext uri="{FF2B5EF4-FFF2-40B4-BE49-F238E27FC236}">
                <a16:creationId xmlns:a16="http://schemas.microsoft.com/office/drawing/2014/main" id="{37D49F21-6239-E6E9-5C0E-E65C572A5738}"/>
              </a:ext>
            </a:extLst>
          </p:cNvPr>
          <p:cNvPicPr>
            <a:picLocks noChangeAspect="1"/>
          </p:cNvPicPr>
          <p:nvPr/>
        </p:nvPicPr>
        <p:blipFill>
          <a:blip r:embed="rId2"/>
          <a:stretch>
            <a:fillRect/>
          </a:stretch>
        </p:blipFill>
        <p:spPr>
          <a:xfrm>
            <a:off x="6876308" y="2494295"/>
            <a:ext cx="5315692" cy="2210108"/>
          </a:xfrm>
          <a:prstGeom prst="rect">
            <a:avLst/>
          </a:prstGeom>
        </p:spPr>
      </p:pic>
    </p:spTree>
    <p:extLst>
      <p:ext uri="{BB962C8B-B14F-4D97-AF65-F5344CB8AC3E}">
        <p14:creationId xmlns:p14="http://schemas.microsoft.com/office/powerpoint/2010/main" val="17786771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210C6A2-673E-CCA7-D78F-F4DA8E6C7042}"/>
              </a:ext>
            </a:extLst>
          </p:cNvPr>
          <p:cNvSpPr>
            <a:spLocks noGrp="1"/>
          </p:cNvSpPr>
          <p:nvPr>
            <p:ph idx="1"/>
          </p:nvPr>
        </p:nvSpPr>
        <p:spPr/>
        <p:txBody>
          <a:bodyPr/>
          <a:lstStyle/>
          <a:p>
            <a:r>
              <a:rPr lang="en-US" dirty="0"/>
              <a:t>While these assumptions are often violated in real-world scenarios </a:t>
            </a:r>
          </a:p>
          <a:p>
            <a:pPr lvl="1"/>
            <a:r>
              <a:rPr lang="en-US" dirty="0"/>
              <a:t>(e.g. a subsequent word in an e-mail is dependent upon the word that precedes it), </a:t>
            </a:r>
          </a:p>
          <a:p>
            <a:pPr lvl="1"/>
            <a:r>
              <a:rPr lang="en-US" dirty="0"/>
              <a:t>it simplifies a classification problem by making it more computationally tractable. </a:t>
            </a:r>
          </a:p>
          <a:p>
            <a:pPr lvl="1"/>
            <a:r>
              <a:rPr lang="en-US" dirty="0"/>
              <a:t>That is, only a single probability will now be required for each variable, </a:t>
            </a:r>
          </a:p>
          <a:p>
            <a:pPr lvl="1"/>
            <a:r>
              <a:rPr lang="en-US" dirty="0"/>
              <a:t>which, in turn, makes the model computation easier. </a:t>
            </a:r>
          </a:p>
          <a:p>
            <a:pPr lvl="1"/>
            <a:r>
              <a:rPr lang="en-US" dirty="0"/>
              <a:t>Despite this unrealistic independence assumption, </a:t>
            </a:r>
          </a:p>
          <a:p>
            <a:pPr lvl="2"/>
            <a:r>
              <a:rPr lang="en-US" dirty="0"/>
              <a:t>the classification algorithm performs well, </a:t>
            </a:r>
          </a:p>
          <a:p>
            <a:pPr lvl="2"/>
            <a:r>
              <a:rPr lang="en-US" dirty="0"/>
              <a:t>particularly with small sample sizes.</a:t>
            </a:r>
          </a:p>
        </p:txBody>
      </p:sp>
      <p:sp>
        <p:nvSpPr>
          <p:cNvPr id="3" name="Date Placeholder 2">
            <a:extLst>
              <a:ext uri="{FF2B5EF4-FFF2-40B4-BE49-F238E27FC236}">
                <a16:creationId xmlns:a16="http://schemas.microsoft.com/office/drawing/2014/main" id="{2ECD45D3-E3EF-D8F2-26E8-81EDE0FD3B9D}"/>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C6E1CFE0-32E7-3055-B3B7-98E7ADAEE947}"/>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61128844-8944-3120-441E-72B760411B18}"/>
              </a:ext>
            </a:extLst>
          </p:cNvPr>
          <p:cNvSpPr>
            <a:spLocks noGrp="1"/>
          </p:cNvSpPr>
          <p:nvPr>
            <p:ph type="sldNum" sz="quarter" idx="12"/>
          </p:nvPr>
        </p:nvSpPr>
        <p:spPr/>
        <p:txBody>
          <a:bodyPr/>
          <a:lstStyle/>
          <a:p>
            <a:fld id="{FFE5CEB7-2A15-4D32-876E-AD9AEE3F0429}" type="slidenum">
              <a:rPr lang="en-US" smtClean="0"/>
              <a:t>55</a:t>
            </a:fld>
            <a:endParaRPr lang="en-US"/>
          </a:p>
        </p:txBody>
      </p:sp>
      <p:pic>
        <p:nvPicPr>
          <p:cNvPr id="7" name="Picture 6">
            <a:extLst>
              <a:ext uri="{FF2B5EF4-FFF2-40B4-BE49-F238E27FC236}">
                <a16:creationId xmlns:a16="http://schemas.microsoft.com/office/drawing/2014/main" id="{200AEE14-E622-F836-F1E0-4474191B0FCB}"/>
              </a:ext>
            </a:extLst>
          </p:cNvPr>
          <p:cNvPicPr>
            <a:picLocks noChangeAspect="1"/>
          </p:cNvPicPr>
          <p:nvPr/>
        </p:nvPicPr>
        <p:blipFill>
          <a:blip r:embed="rId2"/>
          <a:stretch>
            <a:fillRect/>
          </a:stretch>
        </p:blipFill>
        <p:spPr>
          <a:xfrm>
            <a:off x="3520781" y="4074103"/>
            <a:ext cx="5553850" cy="1076475"/>
          </a:xfrm>
          <a:prstGeom prst="rect">
            <a:avLst/>
          </a:prstGeom>
        </p:spPr>
      </p:pic>
    </p:spTree>
    <p:extLst>
      <p:ext uri="{BB962C8B-B14F-4D97-AF65-F5344CB8AC3E}">
        <p14:creationId xmlns:p14="http://schemas.microsoft.com/office/powerpoint/2010/main" val="35952856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18C8590-4052-FDD5-15FD-324D91146D28}"/>
              </a:ext>
            </a:extLst>
          </p:cNvPr>
          <p:cNvSpPr>
            <a:spLocks noGrp="1"/>
          </p:cNvSpPr>
          <p:nvPr>
            <p:ph idx="1"/>
          </p:nvPr>
        </p:nvSpPr>
        <p:spPr/>
        <p:txBody>
          <a:bodyPr/>
          <a:lstStyle/>
          <a:p>
            <a:r>
              <a:rPr lang="en-US" dirty="0"/>
              <a:t>Example</a:t>
            </a:r>
          </a:p>
          <a:p>
            <a:pPr lvl="2"/>
            <a:r>
              <a:rPr lang="en-US" dirty="0"/>
              <a:t>imagine there is an individual, named Jane, who takes a test to determine if she has diabetes. Let’s say that the overall probability having diabetes is 5%; this would be our prior probability. However, if she obtains a positive result from her test, the prior probability is updated to account for this additional information, and it then becomes our posterior probability. This example can be represented with the following equation, using Bayes’ Theorem:</a:t>
            </a:r>
          </a:p>
          <a:p>
            <a:pPr lvl="2"/>
            <a:endParaRPr lang="en-US" dirty="0"/>
          </a:p>
          <a:p>
            <a:pPr lvl="2"/>
            <a:endParaRPr lang="en-US" dirty="0"/>
          </a:p>
          <a:p>
            <a:pPr lvl="2"/>
            <a:endParaRPr lang="en-US" dirty="0"/>
          </a:p>
          <a:p>
            <a:pPr lvl="2"/>
            <a:endParaRPr lang="en-US" dirty="0"/>
          </a:p>
        </p:txBody>
      </p:sp>
      <p:sp>
        <p:nvSpPr>
          <p:cNvPr id="3" name="Date Placeholder 2">
            <a:extLst>
              <a:ext uri="{FF2B5EF4-FFF2-40B4-BE49-F238E27FC236}">
                <a16:creationId xmlns:a16="http://schemas.microsoft.com/office/drawing/2014/main" id="{64C83558-05BD-585C-2FAC-19BF3232B071}"/>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D9469BC9-0215-12BC-ADDE-940BF1E74987}"/>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9579614F-153C-3D49-856C-0F7DC2FAD2CC}"/>
              </a:ext>
            </a:extLst>
          </p:cNvPr>
          <p:cNvSpPr>
            <a:spLocks noGrp="1"/>
          </p:cNvSpPr>
          <p:nvPr>
            <p:ph type="sldNum" sz="quarter" idx="12"/>
          </p:nvPr>
        </p:nvSpPr>
        <p:spPr/>
        <p:txBody>
          <a:bodyPr/>
          <a:lstStyle/>
          <a:p>
            <a:fld id="{FFE5CEB7-2A15-4D32-876E-AD9AEE3F0429}" type="slidenum">
              <a:rPr lang="en-US" smtClean="0"/>
              <a:t>56</a:t>
            </a:fld>
            <a:endParaRPr lang="en-US"/>
          </a:p>
        </p:txBody>
      </p:sp>
      <p:pic>
        <p:nvPicPr>
          <p:cNvPr id="7" name="Picture 6">
            <a:extLst>
              <a:ext uri="{FF2B5EF4-FFF2-40B4-BE49-F238E27FC236}">
                <a16:creationId xmlns:a16="http://schemas.microsoft.com/office/drawing/2014/main" id="{28389F69-13B5-D21D-7EE6-98014124A110}"/>
              </a:ext>
            </a:extLst>
          </p:cNvPr>
          <p:cNvPicPr>
            <a:picLocks noChangeAspect="1"/>
          </p:cNvPicPr>
          <p:nvPr/>
        </p:nvPicPr>
        <p:blipFill>
          <a:blip r:embed="rId2"/>
          <a:stretch>
            <a:fillRect/>
          </a:stretch>
        </p:blipFill>
        <p:spPr>
          <a:xfrm>
            <a:off x="4878643" y="2032611"/>
            <a:ext cx="7313357" cy="925741"/>
          </a:xfrm>
          <a:prstGeom prst="rect">
            <a:avLst/>
          </a:prstGeom>
        </p:spPr>
      </p:pic>
    </p:spTree>
    <p:extLst>
      <p:ext uri="{BB962C8B-B14F-4D97-AF65-F5344CB8AC3E}">
        <p14:creationId xmlns:p14="http://schemas.microsoft.com/office/powerpoint/2010/main" val="14336942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1DD0EBC-E9A4-FF32-3C68-445788D52459}"/>
              </a:ext>
            </a:extLst>
          </p:cNvPr>
          <p:cNvSpPr>
            <a:spLocks noGrp="1"/>
          </p:cNvSpPr>
          <p:nvPr>
            <p:ph idx="1"/>
          </p:nvPr>
        </p:nvSpPr>
        <p:spPr/>
        <p:txBody>
          <a:bodyPr>
            <a:normAutofit lnSpcReduction="10000"/>
          </a:bodyPr>
          <a:lstStyle/>
          <a:p>
            <a:r>
              <a:rPr lang="en-US" u="sng" dirty="0">
                <a:hlinkClick r:id="rId2"/>
              </a:rPr>
              <a:t>Bayes' Theorem</a:t>
            </a:r>
            <a:endParaRPr lang="en-US" u="sng" dirty="0"/>
          </a:p>
          <a:p>
            <a:pPr lvl="1"/>
            <a:r>
              <a:rPr lang="en-US" dirty="0"/>
              <a:t>conditional probability by updating the likelihood of an event as more evidence or information becomes available</a:t>
            </a:r>
          </a:p>
          <a:p>
            <a:pPr lvl="1"/>
            <a:r>
              <a:rPr lang="en-US" b="1" dirty="0"/>
              <a:t>P(A|B) (Posterior Probability)</a:t>
            </a:r>
            <a:r>
              <a:rPr lang="en-US" dirty="0"/>
              <a:t>: </a:t>
            </a:r>
          </a:p>
          <a:p>
            <a:pPr lvl="2"/>
            <a:r>
              <a:rPr lang="en-US" dirty="0"/>
              <a:t>The updated probability of event A occurring </a:t>
            </a:r>
          </a:p>
          <a:p>
            <a:pPr lvl="3"/>
            <a:r>
              <a:rPr lang="en-US" dirty="0"/>
              <a:t>given that event B is true.</a:t>
            </a:r>
          </a:p>
          <a:p>
            <a:pPr lvl="1"/>
            <a:r>
              <a:rPr lang="en-US" b="1" dirty="0"/>
              <a:t>P(B|A) (Likelihood)</a:t>
            </a:r>
            <a:r>
              <a:rPr lang="en-US" dirty="0"/>
              <a:t>: </a:t>
            </a:r>
          </a:p>
          <a:p>
            <a:pPr lvl="2"/>
            <a:r>
              <a:rPr lang="en-US" dirty="0"/>
              <a:t>The probability of event B occurring </a:t>
            </a:r>
          </a:p>
          <a:p>
            <a:pPr lvl="3"/>
            <a:r>
              <a:rPr lang="en-US" dirty="0"/>
              <a:t>given that event A is true.</a:t>
            </a:r>
          </a:p>
          <a:p>
            <a:pPr lvl="1"/>
            <a:r>
              <a:rPr lang="en-US" b="1" dirty="0"/>
              <a:t>P(A) (Prior Probability)</a:t>
            </a:r>
            <a:r>
              <a:rPr lang="en-US" dirty="0"/>
              <a:t>: </a:t>
            </a:r>
          </a:p>
          <a:p>
            <a:pPr lvl="2"/>
            <a:r>
              <a:rPr lang="en-US" dirty="0"/>
              <a:t>The initial probability of event A </a:t>
            </a:r>
          </a:p>
          <a:p>
            <a:pPr lvl="3"/>
            <a:r>
              <a:rPr lang="en-US" dirty="0"/>
              <a:t>before considering any new evidence.</a:t>
            </a:r>
          </a:p>
          <a:p>
            <a:pPr lvl="1"/>
            <a:r>
              <a:rPr lang="en-US" b="1" dirty="0"/>
              <a:t>P(B) (Marginal Probability)</a:t>
            </a:r>
            <a:r>
              <a:rPr lang="en-US" dirty="0"/>
              <a:t>: </a:t>
            </a:r>
          </a:p>
          <a:p>
            <a:pPr lvl="2"/>
            <a:r>
              <a:rPr lang="en-US" dirty="0"/>
              <a:t>The total probability of event B </a:t>
            </a:r>
          </a:p>
          <a:p>
            <a:pPr lvl="3"/>
            <a:r>
              <a:rPr lang="en-US" dirty="0"/>
              <a:t>under all possible outcomes</a:t>
            </a:r>
          </a:p>
          <a:p>
            <a:pPr lvl="0"/>
            <a:r>
              <a:rPr lang="en-US" b="1" dirty="0"/>
              <a:t>Machine Learning &amp; Spam Filters</a:t>
            </a:r>
            <a:r>
              <a:rPr lang="en-US" dirty="0"/>
              <a:t>: </a:t>
            </a:r>
          </a:p>
          <a:p>
            <a:pPr lvl="1"/>
            <a:r>
              <a:rPr lang="en-US" dirty="0"/>
              <a:t>Classifying emails as spam or not spam by evaluating the frequency of specific words present in the message.</a:t>
            </a:r>
          </a:p>
          <a:p>
            <a:pPr lvl="1"/>
            <a:endParaRPr lang="en-US" dirty="0"/>
          </a:p>
        </p:txBody>
      </p:sp>
      <p:sp>
        <p:nvSpPr>
          <p:cNvPr id="3" name="Date Placeholder 2">
            <a:extLst>
              <a:ext uri="{FF2B5EF4-FFF2-40B4-BE49-F238E27FC236}">
                <a16:creationId xmlns:a16="http://schemas.microsoft.com/office/drawing/2014/main" id="{CFC5A8B6-033C-9384-BFAD-BD0BBACE3A04}"/>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DEA1C36C-6375-1E74-64B8-1F4333D0CD12}"/>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1F6BB513-C6B3-CA22-9A15-4B917F957738}"/>
              </a:ext>
            </a:extLst>
          </p:cNvPr>
          <p:cNvSpPr>
            <a:spLocks noGrp="1"/>
          </p:cNvSpPr>
          <p:nvPr>
            <p:ph type="sldNum" sz="quarter" idx="12"/>
          </p:nvPr>
        </p:nvSpPr>
        <p:spPr/>
        <p:txBody>
          <a:bodyPr/>
          <a:lstStyle/>
          <a:p>
            <a:fld id="{FFE5CEB7-2A15-4D32-876E-AD9AEE3F0429}" type="slidenum">
              <a:rPr lang="en-US" smtClean="0"/>
              <a:t>57</a:t>
            </a:fld>
            <a:endParaRPr lang="en-US"/>
          </a:p>
        </p:txBody>
      </p:sp>
      <p:pic>
        <p:nvPicPr>
          <p:cNvPr id="7" name="Picture 6">
            <a:extLst>
              <a:ext uri="{FF2B5EF4-FFF2-40B4-BE49-F238E27FC236}">
                <a16:creationId xmlns:a16="http://schemas.microsoft.com/office/drawing/2014/main" id="{50CC7831-63BD-BC96-78E2-8224393C4EE6}"/>
              </a:ext>
            </a:extLst>
          </p:cNvPr>
          <p:cNvPicPr>
            <a:picLocks noChangeAspect="1"/>
          </p:cNvPicPr>
          <p:nvPr/>
        </p:nvPicPr>
        <p:blipFill>
          <a:blip r:embed="rId3"/>
          <a:stretch>
            <a:fillRect/>
          </a:stretch>
        </p:blipFill>
        <p:spPr>
          <a:xfrm>
            <a:off x="7324883" y="1005680"/>
            <a:ext cx="3844422" cy="1038274"/>
          </a:xfrm>
          <a:prstGeom prst="rect">
            <a:avLst/>
          </a:prstGeom>
        </p:spPr>
      </p:pic>
    </p:spTree>
    <p:extLst>
      <p:ext uri="{BB962C8B-B14F-4D97-AF65-F5344CB8AC3E}">
        <p14:creationId xmlns:p14="http://schemas.microsoft.com/office/powerpoint/2010/main" val="19542712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F96CF0F1-20EA-EEFE-8F67-02C0DF87161D}"/>
              </a:ext>
            </a:extLst>
          </p:cNvPr>
          <p:cNvPicPr>
            <a:picLocks noGrp="1" noChangeAspect="1"/>
          </p:cNvPicPr>
          <p:nvPr>
            <p:ph idx="1"/>
          </p:nvPr>
        </p:nvPicPr>
        <p:blipFill>
          <a:blip r:embed="rId2"/>
          <a:stretch>
            <a:fillRect/>
          </a:stretch>
        </p:blipFill>
        <p:spPr>
          <a:xfrm>
            <a:off x="1422540" y="645459"/>
            <a:ext cx="8743435" cy="5020828"/>
          </a:xfrm>
          <a:prstGeom prst="rect">
            <a:avLst/>
          </a:prstGeom>
        </p:spPr>
      </p:pic>
      <p:sp>
        <p:nvSpPr>
          <p:cNvPr id="3" name="Date Placeholder 2">
            <a:extLst>
              <a:ext uri="{FF2B5EF4-FFF2-40B4-BE49-F238E27FC236}">
                <a16:creationId xmlns:a16="http://schemas.microsoft.com/office/drawing/2014/main" id="{918D9912-7FD0-8E0B-E02B-D21321AE9C76}"/>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5207B231-1222-6BFC-B74C-F8EC0138EE29}"/>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10A24E3F-68A0-7FDC-52ED-2ED81B1C3047}"/>
              </a:ext>
            </a:extLst>
          </p:cNvPr>
          <p:cNvSpPr>
            <a:spLocks noGrp="1"/>
          </p:cNvSpPr>
          <p:nvPr>
            <p:ph type="sldNum" sz="quarter" idx="12"/>
          </p:nvPr>
        </p:nvSpPr>
        <p:spPr/>
        <p:txBody>
          <a:bodyPr/>
          <a:lstStyle/>
          <a:p>
            <a:fld id="{FFE5CEB7-2A15-4D32-876E-AD9AEE3F0429}" type="slidenum">
              <a:rPr lang="en-US" smtClean="0"/>
              <a:t>58</a:t>
            </a:fld>
            <a:endParaRPr lang="en-US"/>
          </a:p>
        </p:txBody>
      </p:sp>
    </p:spTree>
    <p:extLst>
      <p:ext uri="{BB962C8B-B14F-4D97-AF65-F5344CB8AC3E}">
        <p14:creationId xmlns:p14="http://schemas.microsoft.com/office/powerpoint/2010/main" val="25772990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9B1C8ECE-B625-9278-BD22-2E47DF6C13EB}"/>
              </a:ext>
            </a:extLst>
          </p:cNvPr>
          <p:cNvPicPr>
            <a:picLocks noGrp="1" noChangeAspect="1"/>
          </p:cNvPicPr>
          <p:nvPr>
            <p:ph idx="1"/>
          </p:nvPr>
        </p:nvPicPr>
        <p:blipFill>
          <a:blip r:embed="rId2"/>
          <a:stretch>
            <a:fillRect/>
          </a:stretch>
        </p:blipFill>
        <p:spPr>
          <a:xfrm>
            <a:off x="88617" y="309282"/>
            <a:ext cx="11221068" cy="5580530"/>
          </a:xfrm>
          <a:prstGeom prst="rect">
            <a:avLst/>
          </a:prstGeom>
        </p:spPr>
      </p:pic>
      <p:sp>
        <p:nvSpPr>
          <p:cNvPr id="3" name="Date Placeholder 2">
            <a:extLst>
              <a:ext uri="{FF2B5EF4-FFF2-40B4-BE49-F238E27FC236}">
                <a16:creationId xmlns:a16="http://schemas.microsoft.com/office/drawing/2014/main" id="{3F8AA9AD-C349-37C6-9853-426B593CDBB8}"/>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7181F6BD-E1DA-9129-0409-0FB7A52CE9BA}"/>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CE286204-3461-B72F-BBD6-14524EBEEC97}"/>
              </a:ext>
            </a:extLst>
          </p:cNvPr>
          <p:cNvSpPr>
            <a:spLocks noGrp="1"/>
          </p:cNvSpPr>
          <p:nvPr>
            <p:ph type="sldNum" sz="quarter" idx="12"/>
          </p:nvPr>
        </p:nvSpPr>
        <p:spPr/>
        <p:txBody>
          <a:bodyPr/>
          <a:lstStyle/>
          <a:p>
            <a:fld id="{FFE5CEB7-2A15-4D32-876E-AD9AEE3F0429}" type="slidenum">
              <a:rPr lang="en-US" smtClean="0"/>
              <a:t>59</a:t>
            </a:fld>
            <a:endParaRPr lang="en-US"/>
          </a:p>
        </p:txBody>
      </p:sp>
    </p:spTree>
    <p:extLst>
      <p:ext uri="{BB962C8B-B14F-4D97-AF65-F5344CB8AC3E}">
        <p14:creationId xmlns:p14="http://schemas.microsoft.com/office/powerpoint/2010/main" val="13034003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413C5AFC-E806-A0BE-F9F9-FF0C235F4664}"/>
              </a:ext>
            </a:extLst>
          </p:cNvPr>
          <p:cNvPicPr>
            <a:picLocks noGrp="1" noChangeAspect="1"/>
          </p:cNvPicPr>
          <p:nvPr>
            <p:ph idx="1"/>
          </p:nvPr>
        </p:nvPicPr>
        <p:blipFill>
          <a:blip r:embed="rId2"/>
          <a:stretch>
            <a:fillRect/>
          </a:stretch>
        </p:blipFill>
        <p:spPr>
          <a:xfrm>
            <a:off x="733689" y="136525"/>
            <a:ext cx="7869479" cy="3350875"/>
          </a:xfrm>
          <a:prstGeom prst="rect">
            <a:avLst/>
          </a:prstGeom>
        </p:spPr>
      </p:pic>
      <p:sp>
        <p:nvSpPr>
          <p:cNvPr id="3" name="Date Placeholder 2">
            <a:extLst>
              <a:ext uri="{FF2B5EF4-FFF2-40B4-BE49-F238E27FC236}">
                <a16:creationId xmlns:a16="http://schemas.microsoft.com/office/drawing/2014/main" id="{31800153-5E70-1A72-725A-73D5CF738A8E}"/>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CEEDF9DA-25B2-6435-BACC-CC22D2AF9360}"/>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61E6C696-28DF-1C81-D00C-4338334CD00E}"/>
              </a:ext>
            </a:extLst>
          </p:cNvPr>
          <p:cNvSpPr>
            <a:spLocks noGrp="1"/>
          </p:cNvSpPr>
          <p:nvPr>
            <p:ph type="sldNum" sz="quarter" idx="12"/>
          </p:nvPr>
        </p:nvSpPr>
        <p:spPr/>
        <p:txBody>
          <a:bodyPr/>
          <a:lstStyle/>
          <a:p>
            <a:fld id="{FFE5CEB7-2A15-4D32-876E-AD9AEE3F0429}" type="slidenum">
              <a:rPr lang="en-US" smtClean="0"/>
              <a:t>60</a:t>
            </a:fld>
            <a:endParaRPr lang="en-US"/>
          </a:p>
        </p:txBody>
      </p:sp>
    </p:spTree>
    <p:extLst>
      <p:ext uri="{BB962C8B-B14F-4D97-AF65-F5344CB8AC3E}">
        <p14:creationId xmlns:p14="http://schemas.microsoft.com/office/powerpoint/2010/main" val="330207427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21CFC18E-B35B-369F-A9B3-5E60ED0BCBC5}"/>
              </a:ext>
            </a:extLst>
          </p:cNvPr>
          <p:cNvPicPr>
            <a:picLocks noGrp="1" noChangeAspect="1"/>
          </p:cNvPicPr>
          <p:nvPr>
            <p:ph idx="1"/>
          </p:nvPr>
        </p:nvPicPr>
        <p:blipFill>
          <a:blip r:embed="rId2"/>
          <a:stretch>
            <a:fillRect/>
          </a:stretch>
        </p:blipFill>
        <p:spPr>
          <a:xfrm>
            <a:off x="613038" y="874059"/>
            <a:ext cx="10024583" cy="4383741"/>
          </a:xfrm>
          <a:prstGeom prst="rect">
            <a:avLst/>
          </a:prstGeom>
        </p:spPr>
      </p:pic>
      <p:sp>
        <p:nvSpPr>
          <p:cNvPr id="3" name="Date Placeholder 2">
            <a:extLst>
              <a:ext uri="{FF2B5EF4-FFF2-40B4-BE49-F238E27FC236}">
                <a16:creationId xmlns:a16="http://schemas.microsoft.com/office/drawing/2014/main" id="{2440DF9A-4584-BA2F-DC83-F8A26FD5F113}"/>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7AE29BFF-E498-D312-86DC-F8C7FB6F846C}"/>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23569DEA-4246-1697-DCC7-2A2C9F80C67E}"/>
              </a:ext>
            </a:extLst>
          </p:cNvPr>
          <p:cNvSpPr>
            <a:spLocks noGrp="1"/>
          </p:cNvSpPr>
          <p:nvPr>
            <p:ph type="sldNum" sz="quarter" idx="12"/>
          </p:nvPr>
        </p:nvSpPr>
        <p:spPr/>
        <p:txBody>
          <a:bodyPr/>
          <a:lstStyle/>
          <a:p>
            <a:fld id="{FFE5CEB7-2A15-4D32-876E-AD9AEE3F0429}" type="slidenum">
              <a:rPr lang="en-US" smtClean="0"/>
              <a:t>61</a:t>
            </a:fld>
            <a:endParaRPr lang="en-US"/>
          </a:p>
        </p:txBody>
      </p:sp>
    </p:spTree>
    <p:extLst>
      <p:ext uri="{BB962C8B-B14F-4D97-AF65-F5344CB8AC3E}">
        <p14:creationId xmlns:p14="http://schemas.microsoft.com/office/powerpoint/2010/main" val="42368619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D72735C-AF84-7A65-C015-BE8F467CC324}"/>
              </a:ext>
            </a:extLst>
          </p:cNvPr>
          <p:cNvSpPr>
            <a:spLocks noGrp="1"/>
          </p:cNvSpPr>
          <p:nvPr>
            <p:ph idx="1"/>
          </p:nvPr>
        </p:nvSpPr>
        <p:spPr/>
        <p:txBody>
          <a:bodyPr/>
          <a:lstStyle/>
          <a:p>
            <a:r>
              <a:rPr lang="en-US" dirty="0"/>
              <a:t>a set of supervised learning algorithms </a:t>
            </a:r>
          </a:p>
          <a:p>
            <a:pPr lvl="1"/>
            <a:r>
              <a:rPr lang="en-US" dirty="0"/>
              <a:t>based on applying Bayes’ theorem with </a:t>
            </a:r>
          </a:p>
          <a:p>
            <a:pPr lvl="1"/>
            <a:r>
              <a:rPr lang="en-US" dirty="0"/>
              <a:t>the “naive” assumption of conditional independence between every pair of features given the value of the class variable. </a:t>
            </a:r>
          </a:p>
          <a:p>
            <a:pPr lvl="1"/>
            <a:endParaRPr lang="en-US" dirty="0"/>
          </a:p>
        </p:txBody>
      </p:sp>
      <p:sp>
        <p:nvSpPr>
          <p:cNvPr id="3" name="Date Placeholder 2">
            <a:extLst>
              <a:ext uri="{FF2B5EF4-FFF2-40B4-BE49-F238E27FC236}">
                <a16:creationId xmlns:a16="http://schemas.microsoft.com/office/drawing/2014/main" id="{3E1708C5-E7A9-A5A7-0B02-C6F03DECC4EC}"/>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38836EAE-F045-395D-AC01-47397AB057B1}"/>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B68CC6C2-9644-64A7-711F-18D1A59F5F90}"/>
              </a:ext>
            </a:extLst>
          </p:cNvPr>
          <p:cNvSpPr>
            <a:spLocks noGrp="1"/>
          </p:cNvSpPr>
          <p:nvPr>
            <p:ph type="sldNum" sz="quarter" idx="12"/>
          </p:nvPr>
        </p:nvSpPr>
        <p:spPr/>
        <p:txBody>
          <a:bodyPr/>
          <a:lstStyle/>
          <a:p>
            <a:fld id="{FFE5CEB7-2A15-4D32-876E-AD9AEE3F0429}" type="slidenum">
              <a:rPr lang="en-US" smtClean="0"/>
              <a:t>62</a:t>
            </a:fld>
            <a:endParaRPr lang="en-US"/>
          </a:p>
        </p:txBody>
      </p:sp>
      <p:pic>
        <p:nvPicPr>
          <p:cNvPr id="7" name="Picture 6">
            <a:extLst>
              <a:ext uri="{FF2B5EF4-FFF2-40B4-BE49-F238E27FC236}">
                <a16:creationId xmlns:a16="http://schemas.microsoft.com/office/drawing/2014/main" id="{50781E61-1849-13CB-929A-3B70F93C4F69}"/>
              </a:ext>
            </a:extLst>
          </p:cNvPr>
          <p:cNvPicPr>
            <a:picLocks noChangeAspect="1"/>
          </p:cNvPicPr>
          <p:nvPr/>
        </p:nvPicPr>
        <p:blipFill>
          <a:blip r:embed="rId2"/>
          <a:stretch>
            <a:fillRect/>
          </a:stretch>
        </p:blipFill>
        <p:spPr>
          <a:xfrm>
            <a:off x="2460567" y="2002997"/>
            <a:ext cx="6882403" cy="1533579"/>
          </a:xfrm>
          <a:prstGeom prst="rect">
            <a:avLst/>
          </a:prstGeom>
        </p:spPr>
      </p:pic>
      <p:pic>
        <p:nvPicPr>
          <p:cNvPr id="9" name="Picture 8">
            <a:extLst>
              <a:ext uri="{FF2B5EF4-FFF2-40B4-BE49-F238E27FC236}">
                <a16:creationId xmlns:a16="http://schemas.microsoft.com/office/drawing/2014/main" id="{F4324539-92BB-E316-1ECF-56EA04C055B3}"/>
              </a:ext>
            </a:extLst>
          </p:cNvPr>
          <p:cNvPicPr>
            <a:picLocks noChangeAspect="1"/>
          </p:cNvPicPr>
          <p:nvPr/>
        </p:nvPicPr>
        <p:blipFill>
          <a:blip r:embed="rId3"/>
          <a:stretch>
            <a:fillRect/>
          </a:stretch>
        </p:blipFill>
        <p:spPr>
          <a:xfrm>
            <a:off x="2853512" y="3536575"/>
            <a:ext cx="7608300" cy="1430027"/>
          </a:xfrm>
          <a:prstGeom prst="rect">
            <a:avLst/>
          </a:prstGeom>
        </p:spPr>
      </p:pic>
    </p:spTree>
    <p:extLst>
      <p:ext uri="{BB962C8B-B14F-4D97-AF65-F5344CB8AC3E}">
        <p14:creationId xmlns:p14="http://schemas.microsoft.com/office/powerpoint/2010/main" val="241689518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4F8BFF0C-AD91-0DC0-7AAF-327E4561AFCC}"/>
              </a:ext>
            </a:extLst>
          </p:cNvPr>
          <p:cNvPicPr>
            <a:picLocks noGrp="1" noChangeAspect="1"/>
          </p:cNvPicPr>
          <p:nvPr>
            <p:ph idx="1"/>
          </p:nvPr>
        </p:nvPicPr>
        <p:blipFill>
          <a:blip r:embed="rId2"/>
          <a:stretch>
            <a:fillRect/>
          </a:stretch>
        </p:blipFill>
        <p:spPr>
          <a:xfrm>
            <a:off x="2078052" y="492001"/>
            <a:ext cx="5153744" cy="1105054"/>
          </a:xfrm>
          <a:prstGeom prst="rect">
            <a:avLst/>
          </a:prstGeom>
        </p:spPr>
      </p:pic>
      <p:sp>
        <p:nvSpPr>
          <p:cNvPr id="3" name="Date Placeholder 2">
            <a:extLst>
              <a:ext uri="{FF2B5EF4-FFF2-40B4-BE49-F238E27FC236}">
                <a16:creationId xmlns:a16="http://schemas.microsoft.com/office/drawing/2014/main" id="{01E374A7-36FD-4E32-C1F1-AF23DC69D9E0}"/>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C56774F0-D863-E350-0A3D-68D401EB2B48}"/>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41709A58-154F-798C-7BB4-058345C68717}"/>
              </a:ext>
            </a:extLst>
          </p:cNvPr>
          <p:cNvSpPr>
            <a:spLocks noGrp="1"/>
          </p:cNvSpPr>
          <p:nvPr>
            <p:ph type="sldNum" sz="quarter" idx="12"/>
          </p:nvPr>
        </p:nvSpPr>
        <p:spPr/>
        <p:txBody>
          <a:bodyPr/>
          <a:lstStyle/>
          <a:p>
            <a:fld id="{FFE5CEB7-2A15-4D32-876E-AD9AEE3F0429}" type="slidenum">
              <a:rPr lang="en-US" smtClean="0"/>
              <a:t>63</a:t>
            </a:fld>
            <a:endParaRPr lang="en-US"/>
          </a:p>
        </p:txBody>
      </p:sp>
      <p:pic>
        <p:nvPicPr>
          <p:cNvPr id="9" name="Picture 8">
            <a:extLst>
              <a:ext uri="{FF2B5EF4-FFF2-40B4-BE49-F238E27FC236}">
                <a16:creationId xmlns:a16="http://schemas.microsoft.com/office/drawing/2014/main" id="{1BD55EBB-2965-FD7B-B5CF-4C5FB3B0E75A}"/>
              </a:ext>
            </a:extLst>
          </p:cNvPr>
          <p:cNvPicPr>
            <a:picLocks noChangeAspect="1"/>
          </p:cNvPicPr>
          <p:nvPr/>
        </p:nvPicPr>
        <p:blipFill>
          <a:blip r:embed="rId3"/>
          <a:stretch>
            <a:fillRect/>
          </a:stretch>
        </p:blipFill>
        <p:spPr>
          <a:xfrm>
            <a:off x="2263921" y="1935862"/>
            <a:ext cx="7287642" cy="3362794"/>
          </a:xfrm>
          <a:prstGeom prst="rect">
            <a:avLst/>
          </a:prstGeom>
        </p:spPr>
      </p:pic>
    </p:spTree>
    <p:extLst>
      <p:ext uri="{BB962C8B-B14F-4D97-AF65-F5344CB8AC3E}">
        <p14:creationId xmlns:p14="http://schemas.microsoft.com/office/powerpoint/2010/main" val="72540866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7282408-15C5-7667-2C39-E1A963F304DF}"/>
              </a:ext>
            </a:extLst>
          </p:cNvPr>
          <p:cNvSpPr>
            <a:spLocks noGrp="1"/>
          </p:cNvSpPr>
          <p:nvPr>
            <p:ph idx="1"/>
          </p:nvPr>
        </p:nvSpPr>
        <p:spPr/>
        <p:txBody>
          <a:bodyPr/>
          <a:lstStyle/>
          <a:p>
            <a:r>
              <a:rPr lang="en-US" dirty="0" err="1"/>
              <a:t>Naıve</a:t>
            </a:r>
            <a:r>
              <a:rPr lang="en-US" dirty="0"/>
              <a:t> Bayes </a:t>
            </a:r>
          </a:p>
          <a:p>
            <a:pPr lvl="1"/>
            <a:r>
              <a:rPr lang="en-US" dirty="0"/>
              <a:t>And,</a:t>
            </a:r>
          </a:p>
          <a:p>
            <a:pPr lvl="2"/>
            <a:r>
              <a:rPr lang="en-US" dirty="0"/>
              <a:t>very high dimensional problems </a:t>
            </a:r>
          </a:p>
          <a:p>
            <a:r>
              <a:rPr lang="en-US" dirty="0"/>
              <a:t>Example: </a:t>
            </a:r>
          </a:p>
          <a:p>
            <a:pPr lvl="1"/>
            <a:r>
              <a:rPr lang="en-US" dirty="0"/>
              <a:t>Constructing a spam filter. Each example is an email, each dimension</a:t>
            </a:r>
          </a:p>
          <a:p>
            <a:pPr lvl="1"/>
            <a:r>
              <a:rPr lang="en-US" dirty="0"/>
              <a:t>“j” of vector x represents the presence of a word.</a:t>
            </a:r>
          </a:p>
          <a:p>
            <a:pPr lvl="1"/>
            <a:r>
              <a:rPr lang="en-US" dirty="0"/>
              <a:t>This x represents an email containing the words “a” and “buy”, but not “</a:t>
            </a:r>
            <a:r>
              <a:rPr lang="en-US" dirty="0" err="1"/>
              <a:t>aard</a:t>
            </a:r>
            <a:r>
              <a:rPr lang="en-US" dirty="0"/>
              <a:t>-</a:t>
            </a:r>
          </a:p>
          <a:p>
            <a:pPr lvl="1"/>
            <a:r>
              <a:rPr lang="en-US" dirty="0" err="1"/>
              <a:t>vark</a:t>
            </a:r>
            <a:r>
              <a:rPr lang="en-US" dirty="0"/>
              <a:t>” or “</a:t>
            </a:r>
            <a:r>
              <a:rPr lang="en-US" dirty="0" err="1"/>
              <a:t>zyxt</a:t>
            </a:r>
            <a:r>
              <a:rPr lang="en-US" dirty="0"/>
              <a:t>”. The size of the vocabulary could be ∼50,000 words, so we are</a:t>
            </a:r>
          </a:p>
          <a:p>
            <a:pPr lvl="1"/>
            <a:r>
              <a:rPr lang="en-US" dirty="0"/>
              <a:t>in a 50,000 dimensional space.</a:t>
            </a:r>
          </a:p>
        </p:txBody>
      </p:sp>
      <p:sp>
        <p:nvSpPr>
          <p:cNvPr id="3" name="Date Placeholder 2">
            <a:extLst>
              <a:ext uri="{FF2B5EF4-FFF2-40B4-BE49-F238E27FC236}">
                <a16:creationId xmlns:a16="http://schemas.microsoft.com/office/drawing/2014/main" id="{6E9E51B4-B8E4-8237-8A08-FB11E0198DDC}"/>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2B732EBF-026C-53CF-B0FE-E8BEC2829F6B}"/>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84EFD720-B38A-8937-B3F9-485BFB852034}"/>
              </a:ext>
            </a:extLst>
          </p:cNvPr>
          <p:cNvSpPr>
            <a:spLocks noGrp="1"/>
          </p:cNvSpPr>
          <p:nvPr>
            <p:ph type="sldNum" sz="quarter" idx="12"/>
          </p:nvPr>
        </p:nvSpPr>
        <p:spPr/>
        <p:txBody>
          <a:bodyPr/>
          <a:lstStyle/>
          <a:p>
            <a:fld id="{FFE5CEB7-2A15-4D32-876E-AD9AEE3F0429}" type="slidenum">
              <a:rPr lang="en-US" smtClean="0"/>
              <a:t>64</a:t>
            </a:fld>
            <a:endParaRPr lang="en-US"/>
          </a:p>
        </p:txBody>
      </p:sp>
      <p:pic>
        <p:nvPicPr>
          <p:cNvPr id="7" name="Picture 6">
            <a:extLst>
              <a:ext uri="{FF2B5EF4-FFF2-40B4-BE49-F238E27FC236}">
                <a16:creationId xmlns:a16="http://schemas.microsoft.com/office/drawing/2014/main" id="{E93F822A-41DC-14C4-C3D9-F75463C36ADD}"/>
              </a:ext>
            </a:extLst>
          </p:cNvPr>
          <p:cNvPicPr>
            <a:picLocks noChangeAspect="1"/>
          </p:cNvPicPr>
          <p:nvPr/>
        </p:nvPicPr>
        <p:blipFill>
          <a:blip r:embed="rId2"/>
          <a:stretch>
            <a:fillRect/>
          </a:stretch>
        </p:blipFill>
        <p:spPr>
          <a:xfrm>
            <a:off x="8345680" y="2509363"/>
            <a:ext cx="2600688" cy="2495898"/>
          </a:xfrm>
          <a:prstGeom prst="rect">
            <a:avLst/>
          </a:prstGeom>
        </p:spPr>
      </p:pic>
    </p:spTree>
    <p:extLst>
      <p:ext uri="{BB962C8B-B14F-4D97-AF65-F5344CB8AC3E}">
        <p14:creationId xmlns:p14="http://schemas.microsoft.com/office/powerpoint/2010/main" val="320589034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AA97C11-0445-67A1-0820-982BB36A9E34}"/>
              </a:ext>
            </a:extLst>
          </p:cNvPr>
          <p:cNvSpPr>
            <a:spLocks noGrp="1"/>
          </p:cNvSpPr>
          <p:nvPr>
            <p:ph idx="1"/>
          </p:nvPr>
        </p:nvSpPr>
        <p:spPr/>
        <p:txBody>
          <a:bodyPr>
            <a:normAutofit lnSpcReduction="10000"/>
          </a:bodyPr>
          <a:lstStyle/>
          <a:p>
            <a:r>
              <a:rPr lang="en-US" b="1" dirty="0"/>
              <a:t>Gaussian Naive Bayes</a:t>
            </a:r>
          </a:p>
          <a:p>
            <a:pPr lvl="1"/>
            <a:r>
              <a:rPr lang="en-US" dirty="0"/>
              <a:t>Gaussian Naive Bayes is a simple probabilistic classification algorithm that applies </a:t>
            </a:r>
            <a:r>
              <a:rPr lang="en-US" dirty="0">
                <a:hlinkClick r:id="rId2"/>
              </a:rPr>
              <a:t>Bayes' Theorem</a:t>
            </a:r>
            <a:r>
              <a:rPr lang="en-US" dirty="0"/>
              <a:t> to continuous data by assuming that the features follow a normal (Gaussian) distribution</a:t>
            </a:r>
          </a:p>
          <a:p>
            <a:pPr lvl="1"/>
            <a:r>
              <a:rPr lang="en-US" b="1" dirty="0"/>
              <a:t>Feature Independence:</a:t>
            </a:r>
            <a:r>
              <a:rPr lang="en-US" dirty="0"/>
              <a:t> It assumes that every feature is completely independent of any other feature given the class label (the "naive" assumption).</a:t>
            </a:r>
          </a:p>
          <a:p>
            <a:pPr lvl="1"/>
            <a:r>
              <a:rPr lang="en-US" b="1" dirty="0"/>
              <a:t>Gaussian Distribution:</a:t>
            </a:r>
            <a:r>
              <a:rPr lang="en-US" dirty="0"/>
              <a:t> It assumes that the continuous values associated with each class are distributed according to a normal bell-shaped curve. [</a:t>
            </a:r>
            <a:r>
              <a:rPr lang="en-US" dirty="0">
                <a:hlinkClick r:id="rId3"/>
              </a:rPr>
              <a:t>1</a:t>
            </a:r>
            <a:r>
              <a:rPr lang="en-US" dirty="0"/>
              <a:t>, </a:t>
            </a:r>
            <a:r>
              <a:rPr lang="en-US" dirty="0">
                <a:hlinkClick r:id="rId4"/>
              </a:rPr>
              <a:t>2</a:t>
            </a:r>
            <a:r>
              <a:rPr lang="en-US" dirty="0"/>
              <a:t>]</a:t>
            </a:r>
          </a:p>
          <a:p>
            <a:pPr lvl="1"/>
            <a:r>
              <a:rPr lang="en-US" b="1" dirty="0"/>
              <a:t>Calculate Priors:</a:t>
            </a:r>
            <a:r>
              <a:rPr lang="en-US" dirty="0"/>
              <a:t> It computes the prior probability of each class (P(y)) by finding its relative frequency in the training data. [</a:t>
            </a:r>
            <a:r>
              <a:rPr lang="en-US" dirty="0">
                <a:hlinkClick r:id="rId5"/>
              </a:rPr>
              <a:t>1</a:t>
            </a:r>
            <a:r>
              <a:rPr lang="en-US" dirty="0"/>
              <a:t>, </a:t>
            </a:r>
            <a:r>
              <a:rPr lang="en-US" dirty="0">
                <a:hlinkClick r:id="rId3"/>
              </a:rPr>
              <a:t>2</a:t>
            </a:r>
            <a:r>
              <a:rPr lang="en-US" dirty="0"/>
              <a:t>]</a:t>
            </a:r>
          </a:p>
          <a:p>
            <a:pPr lvl="1"/>
            <a:r>
              <a:rPr lang="en-US" b="1" dirty="0"/>
              <a:t>Compute Statistics:</a:t>
            </a:r>
            <a:r>
              <a:rPr lang="en-US" dirty="0"/>
              <a:t> During training, it calculates the mean (μ) and variance (σ²) for each individual feature within each distinct class. [</a:t>
            </a:r>
            <a:r>
              <a:rPr lang="en-US" dirty="0">
                <a:hlinkClick r:id="rId6"/>
              </a:rPr>
              <a:t>1</a:t>
            </a:r>
            <a:r>
              <a:rPr lang="en-US" dirty="0"/>
              <a:t>, </a:t>
            </a:r>
            <a:r>
              <a:rPr lang="en-US" dirty="0">
                <a:hlinkClick r:id="rId7"/>
              </a:rPr>
              <a:t>2</a:t>
            </a:r>
            <a:r>
              <a:rPr lang="en-US" dirty="0"/>
              <a:t>]</a:t>
            </a:r>
          </a:p>
          <a:p>
            <a:pPr lvl="1"/>
            <a:r>
              <a:rPr lang="en-US" b="1" dirty="0"/>
              <a:t>Evaluate Likelihood:</a:t>
            </a:r>
            <a:r>
              <a:rPr lang="en-US" dirty="0"/>
              <a:t> For a new data point, it uses the </a:t>
            </a:r>
            <a:r>
              <a:rPr lang="en-US" b="1" dirty="0"/>
              <a:t>Gaussian Probability Density Function (PDF)</a:t>
            </a:r>
            <a:r>
              <a:rPr lang="en-US" dirty="0"/>
              <a:t> and the learned means and variances to calculate how likely that feature value is for each class. [</a:t>
            </a:r>
            <a:r>
              <a:rPr lang="en-US" dirty="0">
                <a:hlinkClick r:id="rId4"/>
              </a:rPr>
              <a:t>1</a:t>
            </a:r>
            <a:r>
              <a:rPr lang="en-US" dirty="0"/>
              <a:t>, </a:t>
            </a:r>
            <a:r>
              <a:rPr lang="en-US" dirty="0">
                <a:hlinkClick r:id="rId8"/>
              </a:rPr>
              <a:t>2</a:t>
            </a:r>
            <a:r>
              <a:rPr lang="en-US" dirty="0"/>
              <a:t>, </a:t>
            </a:r>
            <a:r>
              <a:rPr lang="en-US" dirty="0">
                <a:hlinkClick r:id="rId3"/>
              </a:rPr>
              <a:t>3</a:t>
            </a:r>
            <a:r>
              <a:rPr lang="en-US" dirty="0"/>
              <a:t>]</a:t>
            </a:r>
          </a:p>
          <a:p>
            <a:pPr lvl="1"/>
            <a:r>
              <a:rPr lang="en-US" b="1" dirty="0"/>
              <a:t>Predict Class:</a:t>
            </a:r>
            <a:r>
              <a:rPr lang="en-US" dirty="0"/>
              <a:t> It multiplies the prior probability by the likelihoods of all features for each class and assigns the data point to the class with the highest resulting posterior probability. [</a:t>
            </a:r>
            <a:r>
              <a:rPr lang="en-US" dirty="0">
                <a:hlinkClick r:id="rId3"/>
              </a:rPr>
              <a:t>1</a:t>
            </a:r>
            <a:r>
              <a:rPr lang="en-US" dirty="0"/>
              <a:t>]</a:t>
            </a:r>
          </a:p>
          <a:p>
            <a:pPr lvl="1"/>
            <a:endParaRPr lang="en-US" dirty="0"/>
          </a:p>
        </p:txBody>
      </p:sp>
      <p:sp>
        <p:nvSpPr>
          <p:cNvPr id="3" name="Date Placeholder 2">
            <a:extLst>
              <a:ext uri="{FF2B5EF4-FFF2-40B4-BE49-F238E27FC236}">
                <a16:creationId xmlns:a16="http://schemas.microsoft.com/office/drawing/2014/main" id="{F0D186D6-BC0A-C8BE-10DB-13ED6270C92C}"/>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E219D785-7977-4E8E-AAFA-D737EA41375E}"/>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050AD7C1-FAC2-FC0B-C539-C16D1F9E2116}"/>
              </a:ext>
            </a:extLst>
          </p:cNvPr>
          <p:cNvSpPr>
            <a:spLocks noGrp="1"/>
          </p:cNvSpPr>
          <p:nvPr>
            <p:ph type="sldNum" sz="quarter" idx="12"/>
          </p:nvPr>
        </p:nvSpPr>
        <p:spPr/>
        <p:txBody>
          <a:bodyPr/>
          <a:lstStyle/>
          <a:p>
            <a:fld id="{FFE5CEB7-2A15-4D32-876E-AD9AEE3F0429}" type="slidenum">
              <a:rPr lang="en-US" smtClean="0"/>
              <a:t>65</a:t>
            </a:fld>
            <a:endParaRPr lang="en-US"/>
          </a:p>
        </p:txBody>
      </p:sp>
    </p:spTree>
    <p:extLst>
      <p:ext uri="{BB962C8B-B14F-4D97-AF65-F5344CB8AC3E}">
        <p14:creationId xmlns:p14="http://schemas.microsoft.com/office/powerpoint/2010/main" val="361931939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693BC1F-02D5-59F1-C59F-077C13365364}"/>
              </a:ext>
            </a:extLst>
          </p:cNvPr>
          <p:cNvSpPr>
            <a:spLocks noGrp="1"/>
          </p:cNvSpPr>
          <p:nvPr>
            <p:ph idx="1"/>
          </p:nvPr>
        </p:nvSpPr>
        <p:spPr/>
        <p:txBody>
          <a:bodyPr/>
          <a:lstStyle/>
          <a:p>
            <a:r>
              <a:rPr lang="en-US" b="1" dirty="0"/>
              <a:t>Common Applications</a:t>
            </a:r>
          </a:p>
          <a:p>
            <a:pPr lvl="1"/>
            <a:r>
              <a:rPr lang="en-US" b="1" dirty="0"/>
              <a:t>Spam Filtering:</a:t>
            </a:r>
            <a:r>
              <a:rPr lang="en-US" dirty="0"/>
              <a:t> Categorizing incoming messages as spam or not spam based on continuous feature metrics.</a:t>
            </a:r>
          </a:p>
          <a:p>
            <a:pPr lvl="1"/>
            <a:r>
              <a:rPr lang="en-US" b="1" dirty="0"/>
              <a:t>Medical Diagnosis:</a:t>
            </a:r>
            <a:r>
              <a:rPr lang="en-US" dirty="0"/>
              <a:t> Predicting disease presence using continuous clinical measurements like blood pressure, age, or test results.</a:t>
            </a:r>
          </a:p>
          <a:p>
            <a:pPr lvl="1"/>
            <a:r>
              <a:rPr lang="en-US" b="1" dirty="0"/>
              <a:t>Anomaly Detection:</a:t>
            </a:r>
            <a:r>
              <a:rPr lang="en-US" dirty="0"/>
              <a:t> Flagging fraudulent bank transactions or unusual network activity.</a:t>
            </a:r>
          </a:p>
          <a:p>
            <a:endParaRPr lang="en-US" dirty="0"/>
          </a:p>
        </p:txBody>
      </p:sp>
      <p:sp>
        <p:nvSpPr>
          <p:cNvPr id="3" name="Date Placeholder 2">
            <a:extLst>
              <a:ext uri="{FF2B5EF4-FFF2-40B4-BE49-F238E27FC236}">
                <a16:creationId xmlns:a16="http://schemas.microsoft.com/office/drawing/2014/main" id="{633D2AA2-A9EF-CC38-9BF8-9987F2D8E954}"/>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6D50B573-5C25-D2F1-0294-186707346BFA}"/>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BA62B545-E005-450E-3E21-AB9A45AAA994}"/>
              </a:ext>
            </a:extLst>
          </p:cNvPr>
          <p:cNvSpPr>
            <a:spLocks noGrp="1"/>
          </p:cNvSpPr>
          <p:nvPr>
            <p:ph type="sldNum" sz="quarter" idx="12"/>
          </p:nvPr>
        </p:nvSpPr>
        <p:spPr/>
        <p:txBody>
          <a:bodyPr/>
          <a:lstStyle/>
          <a:p>
            <a:fld id="{FFE5CEB7-2A15-4D32-876E-AD9AEE3F0429}" type="slidenum">
              <a:rPr lang="en-US" smtClean="0"/>
              <a:t>66</a:t>
            </a:fld>
            <a:endParaRPr lang="en-US"/>
          </a:p>
        </p:txBody>
      </p:sp>
      <p:pic>
        <p:nvPicPr>
          <p:cNvPr id="7" name="Picture 6">
            <a:extLst>
              <a:ext uri="{FF2B5EF4-FFF2-40B4-BE49-F238E27FC236}">
                <a16:creationId xmlns:a16="http://schemas.microsoft.com/office/drawing/2014/main" id="{FAA6F562-4CDB-5EFB-8F20-1460097AC528}"/>
              </a:ext>
            </a:extLst>
          </p:cNvPr>
          <p:cNvPicPr>
            <a:picLocks noChangeAspect="1"/>
          </p:cNvPicPr>
          <p:nvPr/>
        </p:nvPicPr>
        <p:blipFill>
          <a:blip r:embed="rId2"/>
          <a:stretch>
            <a:fillRect/>
          </a:stretch>
        </p:blipFill>
        <p:spPr>
          <a:xfrm>
            <a:off x="3952634" y="3043183"/>
            <a:ext cx="5510361" cy="1232982"/>
          </a:xfrm>
          <a:prstGeom prst="rect">
            <a:avLst/>
          </a:prstGeom>
        </p:spPr>
      </p:pic>
    </p:spTree>
    <p:extLst>
      <p:ext uri="{BB962C8B-B14F-4D97-AF65-F5344CB8AC3E}">
        <p14:creationId xmlns:p14="http://schemas.microsoft.com/office/powerpoint/2010/main" val="180606039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BCFB21F8-1555-B030-3402-70D71DB674A8}"/>
              </a:ext>
            </a:extLst>
          </p:cNvPr>
          <p:cNvPicPr>
            <a:picLocks noGrp="1" noChangeAspect="1"/>
          </p:cNvPicPr>
          <p:nvPr>
            <p:ph idx="1"/>
          </p:nvPr>
        </p:nvPicPr>
        <p:blipFill>
          <a:blip r:embed="rId2"/>
          <a:stretch>
            <a:fillRect/>
          </a:stretch>
        </p:blipFill>
        <p:spPr>
          <a:xfrm>
            <a:off x="729157" y="981635"/>
            <a:ext cx="10095725" cy="3160059"/>
          </a:xfrm>
          <a:prstGeom prst="rect">
            <a:avLst/>
          </a:prstGeom>
        </p:spPr>
      </p:pic>
      <p:sp>
        <p:nvSpPr>
          <p:cNvPr id="3" name="Date Placeholder 2">
            <a:extLst>
              <a:ext uri="{FF2B5EF4-FFF2-40B4-BE49-F238E27FC236}">
                <a16:creationId xmlns:a16="http://schemas.microsoft.com/office/drawing/2014/main" id="{ADF48001-C9F3-05C9-AC90-E430D2E401A6}"/>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A3E6A1E9-5C65-9FAF-9DBE-905E4C98502F}"/>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00EC2181-DEAE-26F4-C25E-CBD80FD6CAA0}"/>
              </a:ext>
            </a:extLst>
          </p:cNvPr>
          <p:cNvSpPr>
            <a:spLocks noGrp="1"/>
          </p:cNvSpPr>
          <p:nvPr>
            <p:ph type="sldNum" sz="quarter" idx="12"/>
          </p:nvPr>
        </p:nvSpPr>
        <p:spPr/>
        <p:txBody>
          <a:bodyPr/>
          <a:lstStyle/>
          <a:p>
            <a:fld id="{FFE5CEB7-2A15-4D32-876E-AD9AEE3F0429}" type="slidenum">
              <a:rPr lang="en-US" smtClean="0"/>
              <a:t>67</a:t>
            </a:fld>
            <a:endParaRPr lang="en-US"/>
          </a:p>
        </p:txBody>
      </p:sp>
    </p:spTree>
    <p:extLst>
      <p:ext uri="{BB962C8B-B14F-4D97-AF65-F5344CB8AC3E}">
        <p14:creationId xmlns:p14="http://schemas.microsoft.com/office/powerpoint/2010/main" val="357936159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90C44D0-B97C-9EB3-F838-2FDAB130C043}"/>
              </a:ext>
            </a:extLst>
          </p:cNvPr>
          <p:cNvSpPr>
            <a:spLocks noGrp="1"/>
          </p:cNvSpPr>
          <p:nvPr>
            <p:ph idx="1"/>
          </p:nvPr>
        </p:nvSpPr>
        <p:spPr/>
        <p:txBody>
          <a:bodyPr/>
          <a:lstStyle/>
          <a:p>
            <a:r>
              <a:rPr lang="en-US" b="1" dirty="0"/>
              <a:t>Multinomial Naive Bayes</a:t>
            </a:r>
          </a:p>
          <a:p>
            <a:pPr lvl="1"/>
            <a:r>
              <a:rPr lang="en-US" b="1" dirty="0"/>
              <a:t>Multinomial Naive Bayes</a:t>
            </a:r>
            <a:r>
              <a:rPr lang="en-US" dirty="0"/>
              <a:t> is a probabilistic machine learning algorithm designed for discrete data, primarily used in text classification tasks. It is a specialized variant of the broader Naive Bayes family that models the probability of data based on a </a:t>
            </a:r>
            <a:r>
              <a:rPr lang="en-US" b="1" dirty="0"/>
              <a:t>multinomial distribution</a:t>
            </a:r>
            <a:r>
              <a:rPr lang="en-US" dirty="0"/>
              <a:t>, which makes it exceptionally well-suited for features that represent counts or frequencies (such as word counts in a document).</a:t>
            </a:r>
            <a:endParaRPr lang="en-US" b="1" dirty="0"/>
          </a:p>
          <a:p>
            <a:pPr lvl="1"/>
            <a:endParaRPr lang="en-US" dirty="0"/>
          </a:p>
        </p:txBody>
      </p:sp>
      <p:sp>
        <p:nvSpPr>
          <p:cNvPr id="3" name="Date Placeholder 2">
            <a:extLst>
              <a:ext uri="{FF2B5EF4-FFF2-40B4-BE49-F238E27FC236}">
                <a16:creationId xmlns:a16="http://schemas.microsoft.com/office/drawing/2014/main" id="{405E7732-BB1D-CF16-B255-A27452967537}"/>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FFB70E1E-CB8D-3A21-D3F5-43EF3881AECF}"/>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63C13791-F786-66CE-F4A4-7A9D8F5C25C7}"/>
              </a:ext>
            </a:extLst>
          </p:cNvPr>
          <p:cNvSpPr>
            <a:spLocks noGrp="1"/>
          </p:cNvSpPr>
          <p:nvPr>
            <p:ph type="sldNum" sz="quarter" idx="12"/>
          </p:nvPr>
        </p:nvSpPr>
        <p:spPr/>
        <p:txBody>
          <a:bodyPr/>
          <a:lstStyle/>
          <a:p>
            <a:fld id="{FFE5CEB7-2A15-4D32-876E-AD9AEE3F0429}" type="slidenum">
              <a:rPr lang="en-US" smtClean="0"/>
              <a:t>68</a:t>
            </a:fld>
            <a:endParaRPr lang="en-US"/>
          </a:p>
        </p:txBody>
      </p:sp>
    </p:spTree>
    <p:extLst>
      <p:ext uri="{BB962C8B-B14F-4D97-AF65-F5344CB8AC3E}">
        <p14:creationId xmlns:p14="http://schemas.microsoft.com/office/powerpoint/2010/main" val="197047191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A8C157D-3DFD-74F1-A11D-54B35F0FB1F7}"/>
              </a:ext>
            </a:extLst>
          </p:cNvPr>
          <p:cNvSpPr>
            <a:spLocks noGrp="1"/>
          </p:cNvSpPr>
          <p:nvPr>
            <p:ph idx="1"/>
          </p:nvPr>
        </p:nvSpPr>
        <p:spPr/>
        <p:txBody>
          <a:bodyPr/>
          <a:lstStyle/>
          <a:p>
            <a:r>
              <a:rPr lang="en-US" b="1" dirty="0"/>
              <a:t>Bernoulli Naive Bayes</a:t>
            </a:r>
          </a:p>
          <a:p>
            <a:pPr lvl="1"/>
            <a:r>
              <a:rPr lang="en-US" dirty="0"/>
              <a:t>Bernoulli Naive Bayes is a specialized probabilistic classification algorithm based on Bayes' theorem that operates on binary or </a:t>
            </a:r>
            <a:r>
              <a:rPr lang="en-US" dirty="0" err="1"/>
              <a:t>boolean</a:t>
            </a:r>
            <a:r>
              <a:rPr lang="en-US" dirty="0"/>
              <a:t> features (0 or 1, true or false)</a:t>
            </a:r>
          </a:p>
          <a:p>
            <a:r>
              <a:rPr lang="en-US" b="1" dirty="0"/>
              <a:t>How It Works</a:t>
            </a:r>
          </a:p>
          <a:p>
            <a:pPr lvl="1"/>
            <a:r>
              <a:rPr lang="en-US" b="1" dirty="0"/>
              <a:t>Binary Features:</a:t>
            </a:r>
            <a:r>
              <a:rPr lang="en-US" dirty="0"/>
              <a:t> It evaluates the </a:t>
            </a:r>
            <a:r>
              <a:rPr lang="en-US" b="1" dirty="0"/>
              <a:t>presence (1)</a:t>
            </a:r>
            <a:r>
              <a:rPr lang="en-US" dirty="0"/>
              <a:t> or </a:t>
            </a:r>
            <a:r>
              <a:rPr lang="en-US" b="1" dirty="0"/>
              <a:t>absence (0)</a:t>
            </a:r>
            <a:r>
              <a:rPr lang="en-US" dirty="0"/>
              <a:t> of a feature rather than its frequency or continuous value.</a:t>
            </a:r>
          </a:p>
          <a:p>
            <a:pPr lvl="1"/>
            <a:r>
              <a:rPr lang="en-US" b="1" dirty="0"/>
              <a:t>Explicit Absence Modeling:</a:t>
            </a:r>
            <a:r>
              <a:rPr lang="en-US" dirty="0"/>
              <a:t> Unlike Multinomial Naive Bayes (which ignores words that do not appear), Bernoulli Naive Bayes actively computes and penalizes the </a:t>
            </a:r>
            <a:r>
              <a:rPr lang="en-US" b="1" dirty="0"/>
              <a:t>non-occurrence</a:t>
            </a:r>
            <a:r>
              <a:rPr lang="en-US" dirty="0"/>
              <a:t> of a feature.</a:t>
            </a:r>
          </a:p>
          <a:p>
            <a:pPr lvl="1"/>
            <a:r>
              <a:rPr lang="en-US" b="1" dirty="0"/>
              <a:t>Independence Assumption:</a:t>
            </a:r>
            <a:r>
              <a:rPr lang="en-US" dirty="0"/>
              <a:t> It assumes that all features are </a:t>
            </a:r>
            <a:r>
              <a:rPr lang="en-US" b="1" dirty="0"/>
              <a:t>conditionally independent</a:t>
            </a:r>
            <a:r>
              <a:rPr lang="en-US" dirty="0"/>
              <a:t> given the class label. </a:t>
            </a:r>
          </a:p>
          <a:p>
            <a:pPr lvl="1"/>
            <a:endParaRPr lang="en-US" dirty="0"/>
          </a:p>
        </p:txBody>
      </p:sp>
      <p:sp>
        <p:nvSpPr>
          <p:cNvPr id="3" name="Date Placeholder 2">
            <a:extLst>
              <a:ext uri="{FF2B5EF4-FFF2-40B4-BE49-F238E27FC236}">
                <a16:creationId xmlns:a16="http://schemas.microsoft.com/office/drawing/2014/main" id="{4C2D142D-4205-6FE4-10B7-FF565B01D87B}"/>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AB204366-FAAC-BF70-58EA-E3D172FFAF9E}"/>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6EBAFDDC-8FE4-F35B-F570-4B71EABB52C7}"/>
              </a:ext>
            </a:extLst>
          </p:cNvPr>
          <p:cNvSpPr>
            <a:spLocks noGrp="1"/>
          </p:cNvSpPr>
          <p:nvPr>
            <p:ph type="sldNum" sz="quarter" idx="12"/>
          </p:nvPr>
        </p:nvSpPr>
        <p:spPr/>
        <p:txBody>
          <a:bodyPr/>
          <a:lstStyle/>
          <a:p>
            <a:fld id="{FFE5CEB7-2A15-4D32-876E-AD9AEE3F0429}" type="slidenum">
              <a:rPr lang="en-US" smtClean="0"/>
              <a:t>69</a:t>
            </a:fld>
            <a:endParaRPr lang="en-US"/>
          </a:p>
        </p:txBody>
      </p:sp>
    </p:spTree>
    <p:extLst>
      <p:ext uri="{BB962C8B-B14F-4D97-AF65-F5344CB8AC3E}">
        <p14:creationId xmlns:p14="http://schemas.microsoft.com/office/powerpoint/2010/main" val="73744741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A37A284-23B6-DE6F-7E5A-AD37A1DD1A64}"/>
              </a:ext>
            </a:extLst>
          </p:cNvPr>
          <p:cNvSpPr>
            <a:spLocks noGrp="1"/>
          </p:cNvSpPr>
          <p:nvPr>
            <p:ph idx="1"/>
          </p:nvPr>
        </p:nvSpPr>
        <p:spPr/>
        <p:txBody>
          <a:bodyPr/>
          <a:lstStyle/>
          <a:p>
            <a:pPr marL="0" marR="0">
              <a:spcBef>
                <a:spcPts val="1800"/>
              </a:spcBef>
              <a:spcAft>
                <a:spcPts val="900"/>
              </a:spcAft>
              <a:buNone/>
            </a:pPr>
            <a:r>
              <a:rPr lang="en-US" sz="3600" b="1" u="none" strike="noStrike" dirty="0">
                <a:effectLst/>
                <a:latin typeface="Google Sans"/>
              </a:rPr>
              <a:t>Common Use Cases</a:t>
            </a:r>
          </a:p>
          <a:p>
            <a:pPr marL="800100" lvl="1" indent="-342900">
              <a:spcBef>
                <a:spcPts val="900"/>
              </a:spcBef>
              <a:spcAft>
                <a:spcPts val="900"/>
              </a:spcAft>
            </a:pPr>
            <a:r>
              <a:rPr lang="en-US" b="1" u="none" strike="noStrike" dirty="0">
                <a:effectLst/>
                <a:latin typeface="Google Sans"/>
              </a:rPr>
              <a:t>Spam Filtering:</a:t>
            </a:r>
            <a:r>
              <a:rPr lang="en-US" b="0" u="none" strike="noStrike" dirty="0">
                <a:effectLst/>
                <a:latin typeface="Google Sans"/>
              </a:rPr>
              <a:t> Determining if specific trigger words appear in an email.</a:t>
            </a:r>
          </a:p>
          <a:p>
            <a:pPr marL="800100" lvl="1" indent="-342900">
              <a:spcBef>
                <a:spcPts val="900"/>
              </a:spcBef>
              <a:spcAft>
                <a:spcPts val="900"/>
              </a:spcAft>
            </a:pPr>
            <a:r>
              <a:rPr lang="en-US" b="1" u="none" strike="noStrike" dirty="0">
                <a:effectLst/>
                <a:latin typeface="Google Sans"/>
              </a:rPr>
              <a:t>Sentiment Analysis:</a:t>
            </a:r>
            <a:r>
              <a:rPr lang="en-US" b="0" u="none" strike="noStrike" dirty="0">
                <a:effectLst/>
                <a:latin typeface="Google Sans"/>
              </a:rPr>
              <a:t> Classifying short text reviews based on indicator words.</a:t>
            </a:r>
          </a:p>
          <a:p>
            <a:pPr marL="800100" lvl="1" indent="-342900">
              <a:spcBef>
                <a:spcPts val="900"/>
              </a:spcBef>
              <a:spcAft>
                <a:spcPts val="900"/>
              </a:spcAft>
            </a:pPr>
            <a:r>
              <a:rPr lang="en-US" b="1" u="none" strike="noStrike" dirty="0">
                <a:effectLst/>
                <a:latin typeface="Google Sans"/>
              </a:rPr>
              <a:t>Document Classification:</a:t>
            </a:r>
            <a:r>
              <a:rPr lang="en-US" b="0" u="none" strike="noStrike" dirty="0">
                <a:effectLst/>
                <a:latin typeface="Google Sans"/>
              </a:rPr>
              <a:t> Handling short text fragments or binary bag-of-models efficiently. </a:t>
            </a:r>
          </a:p>
          <a:p>
            <a:endParaRPr lang="en-US" dirty="0"/>
          </a:p>
        </p:txBody>
      </p:sp>
      <p:sp>
        <p:nvSpPr>
          <p:cNvPr id="3" name="Date Placeholder 2">
            <a:extLst>
              <a:ext uri="{FF2B5EF4-FFF2-40B4-BE49-F238E27FC236}">
                <a16:creationId xmlns:a16="http://schemas.microsoft.com/office/drawing/2014/main" id="{DBE36F94-EA27-23C8-7BB9-AF9E93C05580}"/>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57A8090D-FCB9-94BC-D223-6D17D776D654}"/>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B929A75C-B7AD-FFD2-DB9E-DCE47AE0399C}"/>
              </a:ext>
            </a:extLst>
          </p:cNvPr>
          <p:cNvSpPr>
            <a:spLocks noGrp="1"/>
          </p:cNvSpPr>
          <p:nvPr>
            <p:ph type="sldNum" sz="quarter" idx="12"/>
          </p:nvPr>
        </p:nvSpPr>
        <p:spPr/>
        <p:txBody>
          <a:bodyPr/>
          <a:lstStyle/>
          <a:p>
            <a:fld id="{FFE5CEB7-2A15-4D32-876E-AD9AEE3F0429}" type="slidenum">
              <a:rPr lang="en-US" smtClean="0"/>
              <a:t>70</a:t>
            </a:fld>
            <a:endParaRPr lang="en-US"/>
          </a:p>
        </p:txBody>
      </p:sp>
    </p:spTree>
    <p:extLst>
      <p:ext uri="{BB962C8B-B14F-4D97-AF65-F5344CB8AC3E}">
        <p14:creationId xmlns:p14="http://schemas.microsoft.com/office/powerpoint/2010/main" val="286854672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Bernoulli Multinomial Naive Bayes Python Code Bernoulli Naive Bayes,  Explained: A Visual Guide With Code Examples">
            <a:extLst>
              <a:ext uri="{FF2B5EF4-FFF2-40B4-BE49-F238E27FC236}">
                <a16:creationId xmlns:a16="http://schemas.microsoft.com/office/drawing/2014/main" id="{236DD44E-9BCB-DEEB-3D95-CF3C51DBFA5D}"/>
              </a:ext>
            </a:extLst>
          </p:cNvPr>
          <p:cNvPicPr>
            <a:picLocks noGrp="1" noChangeAspect="1"/>
          </p:cNvPicPr>
          <p:nvPr>
            <p:ph idx="1"/>
          </p:nvPr>
        </p:nvPicPr>
        <p:blipFill>
          <a:blip r:embed="rId2"/>
          <a:stretch>
            <a:fillRect/>
          </a:stretch>
        </p:blipFill>
        <p:spPr>
          <a:xfrm>
            <a:off x="1325224" y="0"/>
            <a:ext cx="8703352" cy="6176963"/>
          </a:xfrm>
          <a:prstGeom prst="rect">
            <a:avLst/>
          </a:prstGeom>
        </p:spPr>
      </p:pic>
      <p:sp>
        <p:nvSpPr>
          <p:cNvPr id="3" name="Date Placeholder 2">
            <a:extLst>
              <a:ext uri="{FF2B5EF4-FFF2-40B4-BE49-F238E27FC236}">
                <a16:creationId xmlns:a16="http://schemas.microsoft.com/office/drawing/2014/main" id="{5A975CB6-4ED4-D6B1-07CB-D55400F7DFEE}"/>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726257C4-E4D3-D1C7-56A1-8D1C648EBCD2}"/>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63422D8E-2F76-B603-BD44-2CADEDEB5004}"/>
              </a:ext>
            </a:extLst>
          </p:cNvPr>
          <p:cNvSpPr>
            <a:spLocks noGrp="1"/>
          </p:cNvSpPr>
          <p:nvPr>
            <p:ph type="sldNum" sz="quarter" idx="12"/>
          </p:nvPr>
        </p:nvSpPr>
        <p:spPr/>
        <p:txBody>
          <a:bodyPr/>
          <a:lstStyle/>
          <a:p>
            <a:fld id="{FFE5CEB7-2A15-4D32-876E-AD9AEE3F0429}" type="slidenum">
              <a:rPr lang="en-US" smtClean="0"/>
              <a:t>71</a:t>
            </a:fld>
            <a:endParaRPr lang="en-US"/>
          </a:p>
        </p:txBody>
      </p:sp>
    </p:spTree>
    <p:extLst>
      <p:ext uri="{BB962C8B-B14F-4D97-AF65-F5344CB8AC3E}">
        <p14:creationId xmlns:p14="http://schemas.microsoft.com/office/powerpoint/2010/main" val="316607152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D070178-9FD5-1C6E-3232-7AE5F1F491EB}"/>
              </a:ext>
            </a:extLst>
          </p:cNvPr>
          <p:cNvSpPr>
            <a:spLocks noGrp="1"/>
          </p:cNvSpPr>
          <p:nvPr>
            <p:ph idx="1"/>
          </p:nvPr>
        </p:nvSpPr>
        <p:spPr/>
        <p:txBody>
          <a:bodyPr/>
          <a:lstStyle/>
          <a:p>
            <a:r>
              <a:rPr lang="en-US" b="1" dirty="0"/>
              <a:t>Text classification</a:t>
            </a:r>
          </a:p>
          <a:p>
            <a:pPr lvl="1"/>
            <a:r>
              <a:rPr lang="en-US" b="1" dirty="0"/>
              <a:t>Conditioning on a word</a:t>
            </a:r>
          </a:p>
          <a:p>
            <a:pPr lvl="2"/>
            <a:r>
              <a:rPr lang="en-US" dirty="0"/>
              <a:t>Suppose we want to </a:t>
            </a:r>
            <a:r>
              <a:rPr lang="en-US" b="1" dirty="0"/>
              <a:t>classify</a:t>
            </a:r>
            <a:r>
              <a:rPr lang="en-US" dirty="0"/>
              <a:t> a piece of text as being either </a:t>
            </a:r>
            <a:r>
              <a:rPr lang="en-US" b="1" dirty="0"/>
              <a:t>positive or negative sentiment</a:t>
            </a:r>
            <a:r>
              <a:rPr lang="en-US" dirty="0"/>
              <a:t>. If the word </a:t>
            </a:r>
            <a:r>
              <a:rPr lang="en-US" b="1" dirty="0"/>
              <a:t>"amazing"</a:t>
            </a:r>
            <a:r>
              <a:rPr lang="en-US" dirty="0"/>
              <a:t> appears, what is the probability that that document is </a:t>
            </a:r>
            <a:r>
              <a:rPr lang="en-US" b="1" dirty="0"/>
              <a:t>positive</a:t>
            </a:r>
            <a:r>
              <a:rPr lang="en-US" dirty="0"/>
              <a:t>? Let's use Bayes' theorem.</a:t>
            </a:r>
          </a:p>
        </p:txBody>
      </p:sp>
      <p:sp>
        <p:nvSpPr>
          <p:cNvPr id="3" name="Date Placeholder 2">
            <a:extLst>
              <a:ext uri="{FF2B5EF4-FFF2-40B4-BE49-F238E27FC236}">
                <a16:creationId xmlns:a16="http://schemas.microsoft.com/office/drawing/2014/main" id="{FA768D6F-6CEA-EFE5-F98F-43AE862231DE}"/>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295948F5-D444-756E-0FD6-08D7AD2B7F4E}"/>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9C0EE6FB-ADD0-92BF-28DB-83D28EF5B7ED}"/>
              </a:ext>
            </a:extLst>
          </p:cNvPr>
          <p:cNvSpPr>
            <a:spLocks noGrp="1"/>
          </p:cNvSpPr>
          <p:nvPr>
            <p:ph type="sldNum" sz="quarter" idx="12"/>
          </p:nvPr>
        </p:nvSpPr>
        <p:spPr/>
        <p:txBody>
          <a:bodyPr/>
          <a:lstStyle/>
          <a:p>
            <a:fld id="{FFE5CEB7-2A15-4D32-876E-AD9AEE3F0429}" type="slidenum">
              <a:rPr lang="en-US" smtClean="0"/>
              <a:t>72</a:t>
            </a:fld>
            <a:endParaRPr lang="en-US"/>
          </a:p>
        </p:txBody>
      </p:sp>
      <p:pic>
        <p:nvPicPr>
          <p:cNvPr id="7" name="Picture 6">
            <a:extLst>
              <a:ext uri="{FF2B5EF4-FFF2-40B4-BE49-F238E27FC236}">
                <a16:creationId xmlns:a16="http://schemas.microsoft.com/office/drawing/2014/main" id="{13AE8784-6017-3FAB-68B2-C40B24659B97}"/>
              </a:ext>
            </a:extLst>
          </p:cNvPr>
          <p:cNvPicPr>
            <a:picLocks noChangeAspect="1"/>
          </p:cNvPicPr>
          <p:nvPr/>
        </p:nvPicPr>
        <p:blipFill>
          <a:blip r:embed="rId2"/>
          <a:stretch>
            <a:fillRect/>
          </a:stretch>
        </p:blipFill>
        <p:spPr>
          <a:xfrm>
            <a:off x="5821101" y="1658978"/>
            <a:ext cx="5393745" cy="790813"/>
          </a:xfrm>
          <a:prstGeom prst="rect">
            <a:avLst/>
          </a:prstGeom>
        </p:spPr>
      </p:pic>
      <p:pic>
        <p:nvPicPr>
          <p:cNvPr id="9" name="Picture 8">
            <a:extLst>
              <a:ext uri="{FF2B5EF4-FFF2-40B4-BE49-F238E27FC236}">
                <a16:creationId xmlns:a16="http://schemas.microsoft.com/office/drawing/2014/main" id="{7BE205CA-2FF1-D47C-94C3-5C01B2E6E4A8}"/>
              </a:ext>
            </a:extLst>
          </p:cNvPr>
          <p:cNvPicPr>
            <a:picLocks noChangeAspect="1"/>
          </p:cNvPicPr>
          <p:nvPr/>
        </p:nvPicPr>
        <p:blipFill>
          <a:blip r:embed="rId3"/>
          <a:stretch>
            <a:fillRect/>
          </a:stretch>
        </p:blipFill>
        <p:spPr>
          <a:xfrm>
            <a:off x="1480267" y="2449791"/>
            <a:ext cx="8827909" cy="3278655"/>
          </a:xfrm>
          <a:prstGeom prst="rect">
            <a:avLst/>
          </a:prstGeom>
        </p:spPr>
      </p:pic>
    </p:spTree>
    <p:extLst>
      <p:ext uri="{BB962C8B-B14F-4D97-AF65-F5344CB8AC3E}">
        <p14:creationId xmlns:p14="http://schemas.microsoft.com/office/powerpoint/2010/main" val="155187852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F9E11A6-106B-497D-683A-7F499A8C8F3E}"/>
              </a:ext>
            </a:extLst>
          </p:cNvPr>
          <p:cNvSpPr>
            <a:spLocks noGrp="1"/>
          </p:cNvSpPr>
          <p:nvPr>
            <p:ph idx="1"/>
          </p:nvPr>
        </p:nvSpPr>
        <p:spPr/>
        <p:txBody>
          <a:bodyPr/>
          <a:lstStyle/>
          <a:p>
            <a:r>
              <a:rPr lang="en-US" dirty="0"/>
              <a:t>an example </a:t>
            </a:r>
          </a:p>
          <a:p>
            <a:pPr lvl="1"/>
            <a:r>
              <a:rPr lang="en-US" dirty="0"/>
              <a:t>of weather conditions and playing sports.</a:t>
            </a:r>
          </a:p>
          <a:p>
            <a:endParaRPr lang="en-US" dirty="0"/>
          </a:p>
        </p:txBody>
      </p:sp>
      <p:sp>
        <p:nvSpPr>
          <p:cNvPr id="3" name="Date Placeholder 2">
            <a:extLst>
              <a:ext uri="{FF2B5EF4-FFF2-40B4-BE49-F238E27FC236}">
                <a16:creationId xmlns:a16="http://schemas.microsoft.com/office/drawing/2014/main" id="{D8EDA098-3348-E691-AD72-C3599108481F}"/>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600922C8-BA54-18F9-1E58-AB918AE55446}"/>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AE3D1830-05DC-A3CC-8D8A-69B162DA2BE1}"/>
              </a:ext>
            </a:extLst>
          </p:cNvPr>
          <p:cNvSpPr>
            <a:spLocks noGrp="1"/>
          </p:cNvSpPr>
          <p:nvPr>
            <p:ph type="sldNum" sz="quarter" idx="12"/>
          </p:nvPr>
        </p:nvSpPr>
        <p:spPr/>
        <p:txBody>
          <a:bodyPr/>
          <a:lstStyle/>
          <a:p>
            <a:fld id="{FFE5CEB7-2A15-4D32-876E-AD9AEE3F0429}" type="slidenum">
              <a:rPr lang="en-US" smtClean="0"/>
              <a:t>73</a:t>
            </a:fld>
            <a:endParaRPr lang="en-US"/>
          </a:p>
        </p:txBody>
      </p:sp>
      <p:pic>
        <p:nvPicPr>
          <p:cNvPr id="7" name="Picture 6">
            <a:extLst>
              <a:ext uri="{FF2B5EF4-FFF2-40B4-BE49-F238E27FC236}">
                <a16:creationId xmlns:a16="http://schemas.microsoft.com/office/drawing/2014/main" id="{3982BFFC-DE4F-7EBF-A0BB-467A6A4F1246}"/>
              </a:ext>
            </a:extLst>
          </p:cNvPr>
          <p:cNvPicPr>
            <a:picLocks noChangeAspect="1"/>
          </p:cNvPicPr>
          <p:nvPr/>
        </p:nvPicPr>
        <p:blipFill>
          <a:blip r:embed="rId2"/>
          <a:stretch>
            <a:fillRect/>
          </a:stretch>
        </p:blipFill>
        <p:spPr>
          <a:xfrm>
            <a:off x="1237129" y="857094"/>
            <a:ext cx="9362283" cy="5143812"/>
          </a:xfrm>
          <a:prstGeom prst="rect">
            <a:avLst/>
          </a:prstGeom>
        </p:spPr>
      </p:pic>
    </p:spTree>
    <p:extLst>
      <p:ext uri="{BB962C8B-B14F-4D97-AF65-F5344CB8AC3E}">
        <p14:creationId xmlns:p14="http://schemas.microsoft.com/office/powerpoint/2010/main" val="422536038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95C0F5-6652-0D6B-6295-9E22A8679182}"/>
              </a:ext>
            </a:extLst>
          </p:cNvPr>
          <p:cNvSpPr>
            <a:spLocks noGrp="1"/>
          </p:cNvSpPr>
          <p:nvPr>
            <p:ph idx="1"/>
          </p:nvPr>
        </p:nvSpPr>
        <p:spPr/>
        <p:txBody>
          <a:bodyPr>
            <a:normAutofit/>
          </a:bodyPr>
          <a:lstStyle/>
          <a:p>
            <a:r>
              <a:rPr lang="en-US" dirty="0"/>
              <a:t>Now, suppose you want to calculate the probability of playing when the weather is overcast.</a:t>
            </a:r>
          </a:p>
          <a:p>
            <a:pPr lvl="1"/>
            <a:r>
              <a:rPr lang="en-US" b="1" dirty="0"/>
              <a:t>Probability of playing:</a:t>
            </a:r>
            <a:endParaRPr lang="en-US" dirty="0"/>
          </a:p>
          <a:p>
            <a:pPr lvl="1"/>
            <a:r>
              <a:rPr lang="en-US" dirty="0"/>
              <a:t>P(Yes | Overcast) = P(Overcast | Yes) × P(Yes) / P(Overcast)</a:t>
            </a:r>
          </a:p>
          <a:p>
            <a:pPr lvl="1"/>
            <a:r>
              <a:rPr lang="en-US" b="1" dirty="0"/>
              <a:t>Step 1: Calculate Prior Probabilities</a:t>
            </a:r>
            <a:endParaRPr lang="en-US" dirty="0"/>
          </a:p>
          <a:p>
            <a:pPr lvl="2"/>
            <a:r>
              <a:rPr lang="en-US" dirty="0"/>
              <a:t>P(Overcast) = 4/14 = 0.29</a:t>
            </a:r>
          </a:p>
          <a:p>
            <a:pPr lvl="2"/>
            <a:r>
              <a:rPr lang="en-US" dirty="0"/>
              <a:t>P(Yes) = 9/14 = 0.64</a:t>
            </a:r>
          </a:p>
          <a:p>
            <a:pPr lvl="1"/>
            <a:r>
              <a:rPr lang="en-US" b="1" dirty="0"/>
              <a:t>Step 2: Calculate posterior probability</a:t>
            </a:r>
            <a:endParaRPr lang="en-US" dirty="0"/>
          </a:p>
          <a:p>
            <a:pPr lvl="2"/>
            <a:r>
              <a:rPr lang="en-US" dirty="0"/>
              <a:t>P(Overcast | Yes) = 4/9 = 0.44</a:t>
            </a:r>
          </a:p>
          <a:p>
            <a:pPr lvl="1"/>
            <a:r>
              <a:rPr lang="en-US" b="1" dirty="0"/>
              <a:t>Step 3: Apply Bayes Formula </a:t>
            </a:r>
            <a:endParaRPr lang="en-US" dirty="0"/>
          </a:p>
          <a:p>
            <a:pPr lvl="2"/>
            <a:r>
              <a:rPr lang="en-US" dirty="0"/>
              <a:t>Here, we put the prior and posterior probabilities into the first equation.</a:t>
            </a:r>
          </a:p>
          <a:p>
            <a:pPr lvl="2"/>
            <a:r>
              <a:rPr lang="en-US" dirty="0"/>
              <a:t>P(Yes | Overcast) = 0.44 × 0.64 / 0.29 = 0.98</a:t>
            </a:r>
          </a:p>
          <a:p>
            <a:pPr lvl="1"/>
            <a:r>
              <a:rPr lang="en-US" dirty="0"/>
              <a:t>Similarly, you can calculate the probability of not playing:</a:t>
            </a:r>
          </a:p>
          <a:p>
            <a:pPr lvl="1"/>
            <a:r>
              <a:rPr lang="en-US" b="1" dirty="0"/>
              <a:t>Probability of not playing:</a:t>
            </a:r>
            <a:endParaRPr lang="en-US" dirty="0"/>
          </a:p>
          <a:p>
            <a:pPr lvl="2"/>
            <a:r>
              <a:rPr lang="en-US" dirty="0"/>
              <a:t>P(No | Overcast) = P(Overcast | No) × P(No) / P(Overcast)</a:t>
            </a:r>
          </a:p>
          <a:p>
            <a:pPr lvl="1"/>
            <a:endParaRPr lang="en-US" dirty="0"/>
          </a:p>
          <a:p>
            <a:pPr lvl="1"/>
            <a:endParaRPr lang="en-US" dirty="0"/>
          </a:p>
        </p:txBody>
      </p:sp>
      <p:sp>
        <p:nvSpPr>
          <p:cNvPr id="3" name="Date Placeholder 2">
            <a:extLst>
              <a:ext uri="{FF2B5EF4-FFF2-40B4-BE49-F238E27FC236}">
                <a16:creationId xmlns:a16="http://schemas.microsoft.com/office/drawing/2014/main" id="{86511432-CFEF-0AA0-BB27-228ACD1705D4}"/>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BF601D6E-834F-1F61-AC95-E7A9107010F2}"/>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704F19D0-3579-E8D3-35C3-009C4F519C10}"/>
              </a:ext>
            </a:extLst>
          </p:cNvPr>
          <p:cNvSpPr>
            <a:spLocks noGrp="1"/>
          </p:cNvSpPr>
          <p:nvPr>
            <p:ph type="sldNum" sz="quarter" idx="12"/>
          </p:nvPr>
        </p:nvSpPr>
        <p:spPr/>
        <p:txBody>
          <a:bodyPr/>
          <a:lstStyle/>
          <a:p>
            <a:fld id="{FFE5CEB7-2A15-4D32-876E-AD9AEE3F0429}" type="slidenum">
              <a:rPr lang="en-US" smtClean="0"/>
              <a:t>74</a:t>
            </a:fld>
            <a:endParaRPr lang="en-US"/>
          </a:p>
        </p:txBody>
      </p:sp>
    </p:spTree>
    <p:extLst>
      <p:ext uri="{BB962C8B-B14F-4D97-AF65-F5344CB8AC3E}">
        <p14:creationId xmlns:p14="http://schemas.microsoft.com/office/powerpoint/2010/main" val="196875179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71C7EB8-AB9C-1D9A-22C5-F93F3BB2DC68}"/>
              </a:ext>
            </a:extLst>
          </p:cNvPr>
          <p:cNvSpPr>
            <a:spLocks noGrp="1"/>
          </p:cNvSpPr>
          <p:nvPr>
            <p:ph idx="1"/>
          </p:nvPr>
        </p:nvSpPr>
        <p:spPr/>
        <p:txBody>
          <a:bodyPr>
            <a:normAutofit/>
          </a:bodyPr>
          <a:lstStyle/>
          <a:p>
            <a:r>
              <a:rPr lang="en-US" dirty="0"/>
              <a:t>Similarly, you can calculate the probability of not playing:</a:t>
            </a:r>
          </a:p>
          <a:p>
            <a:pPr lvl="1"/>
            <a:r>
              <a:rPr lang="en-US" b="1" dirty="0"/>
              <a:t>Probability of not playing:</a:t>
            </a:r>
            <a:endParaRPr lang="en-US" dirty="0"/>
          </a:p>
          <a:p>
            <a:pPr lvl="2"/>
            <a:r>
              <a:rPr lang="en-US" dirty="0"/>
              <a:t>P(No | Overcast) = P(Overcast | No) × P(No) / P(Overcast)</a:t>
            </a:r>
          </a:p>
          <a:p>
            <a:pPr lvl="2"/>
            <a:r>
              <a:rPr lang="en-US" b="1" dirty="0"/>
              <a:t>Step 1: Calculate prior probabilities</a:t>
            </a:r>
            <a:endParaRPr lang="en-US" dirty="0"/>
          </a:p>
          <a:p>
            <a:pPr lvl="3"/>
            <a:r>
              <a:rPr lang="en-US" dirty="0"/>
              <a:t>P(Overcast) = 4/14 = 0.29</a:t>
            </a:r>
          </a:p>
          <a:p>
            <a:pPr lvl="3"/>
            <a:r>
              <a:rPr lang="en-US" dirty="0"/>
              <a:t>P(No) = 5/14 = 0.36</a:t>
            </a:r>
          </a:p>
          <a:p>
            <a:pPr lvl="2"/>
            <a:r>
              <a:rPr lang="en-US" b="1" dirty="0"/>
              <a:t>Step 2: Calculate likelihood</a:t>
            </a:r>
            <a:endParaRPr lang="en-US" dirty="0"/>
          </a:p>
          <a:p>
            <a:pPr lvl="3"/>
            <a:r>
              <a:rPr lang="en-US" dirty="0"/>
              <a:t>P(Overcast | No) = 0/5 = 0</a:t>
            </a:r>
          </a:p>
          <a:p>
            <a:pPr lvl="2"/>
            <a:r>
              <a:rPr lang="en-US" b="1" dirty="0"/>
              <a:t>Step 3: Apply Bayes Formula</a:t>
            </a:r>
            <a:endParaRPr lang="en-US" dirty="0"/>
          </a:p>
          <a:p>
            <a:pPr lvl="3"/>
            <a:r>
              <a:rPr lang="en-US" dirty="0"/>
              <a:t>Here, we put the prior and likelihood probabilities into the equation to get the posterior probability.</a:t>
            </a:r>
          </a:p>
          <a:p>
            <a:pPr lvl="3"/>
            <a:r>
              <a:rPr lang="en-US" dirty="0"/>
              <a:t>P(No | Overcast) = 0 × 0.36 / 0.29 = </a:t>
            </a:r>
            <a:r>
              <a:rPr lang="en-US" b="1" dirty="0"/>
              <a:t>0</a:t>
            </a:r>
            <a:endParaRPr lang="en-US" dirty="0"/>
          </a:p>
          <a:p>
            <a:pPr lvl="2"/>
            <a:r>
              <a:rPr lang="en-US" dirty="0"/>
              <a:t>The probability of a 'Yes' class is higher. So you can determine here if the weather is overcast, then players will play the sport.</a:t>
            </a:r>
          </a:p>
          <a:p>
            <a:endParaRPr lang="en-US" dirty="0"/>
          </a:p>
        </p:txBody>
      </p:sp>
      <p:sp>
        <p:nvSpPr>
          <p:cNvPr id="3" name="Date Placeholder 2">
            <a:extLst>
              <a:ext uri="{FF2B5EF4-FFF2-40B4-BE49-F238E27FC236}">
                <a16:creationId xmlns:a16="http://schemas.microsoft.com/office/drawing/2014/main" id="{628C9E70-CB2E-7F55-87E6-92C828DF8B85}"/>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E1B97904-B26C-1CB7-B907-E18D0AA59E15}"/>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AF0E83D7-32C7-A667-0ECD-842EA9C81FEC}"/>
              </a:ext>
            </a:extLst>
          </p:cNvPr>
          <p:cNvSpPr>
            <a:spLocks noGrp="1"/>
          </p:cNvSpPr>
          <p:nvPr>
            <p:ph type="sldNum" sz="quarter" idx="12"/>
          </p:nvPr>
        </p:nvSpPr>
        <p:spPr/>
        <p:txBody>
          <a:bodyPr/>
          <a:lstStyle/>
          <a:p>
            <a:fld id="{FFE5CEB7-2A15-4D32-876E-AD9AEE3F0429}" type="slidenum">
              <a:rPr lang="en-US" smtClean="0"/>
              <a:t>75</a:t>
            </a:fld>
            <a:endParaRPr lang="en-US"/>
          </a:p>
        </p:txBody>
      </p:sp>
    </p:spTree>
    <p:extLst>
      <p:ext uri="{BB962C8B-B14F-4D97-AF65-F5344CB8AC3E}">
        <p14:creationId xmlns:p14="http://schemas.microsoft.com/office/powerpoint/2010/main" val="379248316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91742AB-F632-621C-2442-8C940DD679DD}"/>
              </a:ext>
            </a:extLst>
          </p:cNvPr>
          <p:cNvSpPr>
            <a:spLocks noGrp="1"/>
          </p:cNvSpPr>
          <p:nvPr>
            <p:ph idx="1"/>
          </p:nvPr>
        </p:nvSpPr>
        <p:spPr/>
        <p:txBody>
          <a:bodyPr>
            <a:normAutofit lnSpcReduction="10000"/>
          </a:bodyPr>
          <a:lstStyle/>
          <a:p>
            <a:r>
              <a:rPr lang="en-US" b="1" dirty="0"/>
              <a:t>Naive Bayes Advantages</a:t>
            </a:r>
          </a:p>
          <a:p>
            <a:pPr lvl="1"/>
            <a:r>
              <a:rPr lang="en-US" dirty="0"/>
              <a:t>It is not only a simple approach but also a fast and accurate method for prediction.</a:t>
            </a:r>
          </a:p>
          <a:p>
            <a:pPr lvl="1"/>
            <a:r>
              <a:rPr lang="en-US" dirty="0"/>
              <a:t>Naive Bayes has a very low computation cost.</a:t>
            </a:r>
          </a:p>
          <a:p>
            <a:pPr lvl="1"/>
            <a:r>
              <a:rPr lang="en-US" dirty="0"/>
              <a:t>It can efficiently work on a large dataset.</a:t>
            </a:r>
          </a:p>
          <a:p>
            <a:pPr lvl="1"/>
            <a:r>
              <a:rPr lang="en-US" dirty="0"/>
              <a:t>It performs well in case of discrete response variable compared to the continuous variable.</a:t>
            </a:r>
          </a:p>
          <a:p>
            <a:pPr lvl="1"/>
            <a:r>
              <a:rPr lang="en-US" dirty="0"/>
              <a:t>It can be used with multiple class prediction problems.</a:t>
            </a:r>
          </a:p>
          <a:p>
            <a:pPr lvl="1"/>
            <a:r>
              <a:rPr lang="en-US" dirty="0"/>
              <a:t>It also performs well in the case of text analytics problems.</a:t>
            </a:r>
          </a:p>
          <a:p>
            <a:pPr lvl="1"/>
            <a:r>
              <a:rPr lang="en-US" dirty="0"/>
              <a:t>When the assumption of independence holds, a Naive Bayes classifier performs better compared to other models like logistic regression.</a:t>
            </a:r>
          </a:p>
          <a:p>
            <a:r>
              <a:rPr lang="en-US" b="1" dirty="0"/>
              <a:t>Naive Bayes Disadvantages</a:t>
            </a:r>
          </a:p>
          <a:p>
            <a:pPr lvl="1"/>
            <a:r>
              <a:rPr lang="en-US" dirty="0"/>
              <a:t>The assumption of independent features. In practice, it is almost impossible that model will get a set of predictors which are entirely independent.</a:t>
            </a:r>
          </a:p>
          <a:p>
            <a:pPr lvl="1"/>
            <a:r>
              <a:rPr lang="en-US" dirty="0"/>
              <a:t>If there is no training tuple of a particular class, this causes zero posterior probability. In this case, the model is unable to make predictions. This problem is known as Zero Probability/Frequency Problem.</a:t>
            </a:r>
          </a:p>
          <a:p>
            <a:endParaRPr lang="en-US" dirty="0"/>
          </a:p>
        </p:txBody>
      </p:sp>
      <p:sp>
        <p:nvSpPr>
          <p:cNvPr id="3" name="Date Placeholder 2">
            <a:extLst>
              <a:ext uri="{FF2B5EF4-FFF2-40B4-BE49-F238E27FC236}">
                <a16:creationId xmlns:a16="http://schemas.microsoft.com/office/drawing/2014/main" id="{407041AD-BADF-2783-5BAA-80BF4C508106}"/>
              </a:ext>
            </a:extLst>
          </p:cNvPr>
          <p:cNvSpPr>
            <a:spLocks noGrp="1"/>
          </p:cNvSpPr>
          <p:nvPr>
            <p:ph type="dt" sz="half" idx="10"/>
          </p:nvPr>
        </p:nvSpPr>
        <p:spPr/>
        <p:txBody>
          <a:bodyPr/>
          <a:lstStyle/>
          <a:p>
            <a:fld id="{30141F01-F46D-4A49-B546-8F2FA9D2BE5A}" type="datetime1">
              <a:rPr lang="en-US" smtClean="0"/>
              <a:t>9/20/2026</a:t>
            </a:fld>
            <a:endParaRPr lang="en-US"/>
          </a:p>
        </p:txBody>
      </p:sp>
      <p:sp>
        <p:nvSpPr>
          <p:cNvPr id="4" name="Footer Placeholder 3">
            <a:extLst>
              <a:ext uri="{FF2B5EF4-FFF2-40B4-BE49-F238E27FC236}">
                <a16:creationId xmlns:a16="http://schemas.microsoft.com/office/drawing/2014/main" id="{46879240-A15F-5D1A-618E-0129941F0F0B}"/>
              </a:ext>
            </a:extLst>
          </p:cNvPr>
          <p:cNvSpPr>
            <a:spLocks noGrp="1"/>
          </p:cNvSpPr>
          <p:nvPr>
            <p:ph type="ftr" sz="quarter" idx="11"/>
          </p:nvPr>
        </p:nvSpPr>
        <p:spPr/>
        <p:txBody>
          <a:bodyPr/>
          <a:lstStyle/>
          <a:p>
            <a:r>
              <a:rPr lang="en-US"/>
              <a:t>Lec: Engr. Muhammad Ismail CS Dept: Sukkur IBA University Fall 2026</a:t>
            </a:r>
            <a:endParaRPr lang="en-US" dirty="0"/>
          </a:p>
        </p:txBody>
      </p:sp>
      <p:sp>
        <p:nvSpPr>
          <p:cNvPr id="5" name="Slide Number Placeholder 4">
            <a:extLst>
              <a:ext uri="{FF2B5EF4-FFF2-40B4-BE49-F238E27FC236}">
                <a16:creationId xmlns:a16="http://schemas.microsoft.com/office/drawing/2014/main" id="{BBCA90C9-3A1B-C6C1-93D3-5B3BD0B5B440}"/>
              </a:ext>
            </a:extLst>
          </p:cNvPr>
          <p:cNvSpPr>
            <a:spLocks noGrp="1"/>
          </p:cNvSpPr>
          <p:nvPr>
            <p:ph type="sldNum" sz="quarter" idx="12"/>
          </p:nvPr>
        </p:nvSpPr>
        <p:spPr/>
        <p:txBody>
          <a:bodyPr/>
          <a:lstStyle/>
          <a:p>
            <a:fld id="{FFE5CEB7-2A15-4D32-876E-AD9AEE3F0429}" type="slidenum">
              <a:rPr lang="en-US" smtClean="0"/>
              <a:t>76</a:t>
            </a:fld>
            <a:endParaRPr lang="en-US"/>
          </a:p>
        </p:txBody>
      </p:sp>
    </p:spTree>
    <p:extLst>
      <p:ext uri="{BB962C8B-B14F-4D97-AF65-F5344CB8AC3E}">
        <p14:creationId xmlns:p14="http://schemas.microsoft.com/office/powerpoint/2010/main" val="12656581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667</TotalTime>
  <Words>5979</Words>
  <Application>Microsoft Office PowerPoint</Application>
  <PresentationFormat>Widescreen</PresentationFormat>
  <Paragraphs>755</Paragraphs>
  <Slides>76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76</vt:i4>
      </vt:variant>
    </vt:vector>
  </HeadingPairs>
  <TitlesOfParts>
    <vt:vector size="84" baseType="lpstr">
      <vt:lpstr>Aptos</vt:lpstr>
      <vt:lpstr>Aptos Display</vt:lpstr>
      <vt:lpstr>Arial</vt:lpstr>
      <vt:lpstr>Cambria Math</vt:lpstr>
      <vt:lpstr>Courier New</vt:lpstr>
      <vt:lpstr>Google Sans</vt:lpstr>
      <vt:lpstr>Google Sans Text</vt:lpstr>
      <vt:lpstr>Office Theme</vt:lpstr>
      <vt:lpstr>Machine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033-18-0009</dc:creator>
  <cp:lastModifiedBy>033-18-0009</cp:lastModifiedBy>
  <cp:revision>1</cp:revision>
  <dcterms:created xsi:type="dcterms:W3CDTF">2026-06-30T17:40:45Z</dcterms:created>
  <dcterms:modified xsi:type="dcterms:W3CDTF">2026-09-20T10:22:34Z</dcterms:modified>
</cp:coreProperties>
</file>