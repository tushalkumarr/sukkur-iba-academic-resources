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20470-20AA-4081-83E1-389B198586E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26A5-3FD6-496D-9365-01871E8FA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554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20470-20AA-4081-83E1-389B198586E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26A5-3FD6-496D-9365-01871E8FA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328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20470-20AA-4081-83E1-389B198586E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26A5-3FD6-496D-9365-01871E8FA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992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20470-20AA-4081-83E1-389B198586E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26A5-3FD6-496D-9365-01871E8FA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58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20470-20AA-4081-83E1-389B198586E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26A5-3FD6-496D-9365-01871E8FA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978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20470-20AA-4081-83E1-389B198586E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26A5-3FD6-496D-9365-01871E8FA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69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20470-20AA-4081-83E1-389B198586E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26A5-3FD6-496D-9365-01871E8FA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10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20470-20AA-4081-83E1-389B198586E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26A5-3FD6-496D-9365-01871E8FA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43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20470-20AA-4081-83E1-389B198586E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26A5-3FD6-496D-9365-01871E8FA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914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20470-20AA-4081-83E1-389B198586E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26A5-3FD6-496D-9365-01871E8FA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09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20470-20AA-4081-83E1-389B198586E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D26A5-3FD6-496D-9365-01871E8FA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535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920470-20AA-4081-83E1-389B198586E9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D26A5-3FD6-496D-9365-01871E8FA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429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Flow Control Instructions</a:t>
            </a:r>
            <a:endParaRPr lang="ar-SA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055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Transfer of Control</a:t>
            </a:r>
            <a:endParaRPr lang="ar-SA" altLang="en-US" sz="4000">
              <a:latin typeface="Arial" panose="020B0604020202020204" pitchFamily="34" charset="0"/>
            </a:endParaRP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Flow control instructions are used to control the flow of a program. </a:t>
            </a:r>
          </a:p>
          <a:p>
            <a:pPr eaLnBrk="1" hangingPunct="1"/>
            <a:r>
              <a:rPr lang="en-US" altLang="en-US" smtClean="0"/>
              <a:t>Flow control instructions can be of two types: unconditional and conditional. </a:t>
            </a:r>
          </a:p>
          <a:p>
            <a:pPr eaLnBrk="1" hangingPunct="1"/>
            <a:r>
              <a:rPr lang="en-US" altLang="en-US" smtClean="0"/>
              <a:t>The JMP instruction is the only </a:t>
            </a:r>
            <a:r>
              <a:rPr lang="en-US" altLang="en-US" u="sng" smtClean="0"/>
              <a:t>unconditional </a:t>
            </a:r>
            <a:r>
              <a:rPr lang="en-US" altLang="en-US" smtClean="0"/>
              <a:t>flow control instruction. </a:t>
            </a:r>
            <a:endParaRPr lang="ar-SA" altLang="en-US" smtClean="0"/>
          </a:p>
        </p:txBody>
      </p:sp>
    </p:spTree>
    <p:extLst>
      <p:ext uri="{BB962C8B-B14F-4D97-AF65-F5344CB8AC3E}">
        <p14:creationId xmlns:p14="http://schemas.microsoft.com/office/powerpoint/2010/main" val="3395144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334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Flow Control Instructions</vt:lpstr>
      <vt:lpstr>Transfer of Control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 Control Instructions</dc:title>
  <dc:creator>PC</dc:creator>
  <cp:lastModifiedBy>PC</cp:lastModifiedBy>
  <cp:revision>1</cp:revision>
  <dcterms:created xsi:type="dcterms:W3CDTF">2026-02-04T07:35:52Z</dcterms:created>
  <dcterms:modified xsi:type="dcterms:W3CDTF">2026-02-04T07:36:02Z</dcterms:modified>
</cp:coreProperties>
</file>